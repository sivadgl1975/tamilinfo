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&amp; Context Engineering Master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Complete Visual Teaching Guide</a:t>
            </a:r>
          </a:p>
          <a:p>
            <a:r>
              <a:t>Based on comprehensive AI and context engineering principles</a:t>
            </a:r>
          </a:p>
          <a:p>
            <a:r>
              <a:t>Presented by [Your Name]</a:t>
            </a:r>
          </a:p>
          <a:p>
            <a:r>
              <a:t>Date: April 12,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🎨 AI &amp; Context Engineering Master Presentation</a:t>
            </a:r>
          </a:p>
          <a:p>
            <a:pPr/>
            <a:r>
              <a:t>A Complete Visual Teaching Guide</a:t>
            </a:r>
          </a:p>
          <a:p>
            <a:pPr/>
            <a:r>
              <a:t>Making complex concepts accessible and engaging</a:t>
            </a:r>
          </a:p>
          <a:p>
            <a:pPr/>
            <a:r>
              <a:t>Presented by [Your Name]</a:t>
            </a:r>
          </a:p>
          <a:p>
            <a:pPr/>
            <a:r>
              <a:t>Date: April 12, 2026</a:t>
            </a:r>
          </a:p>
          <a:p>
            <a:pPr/>
            <a:r>
              <a:t>Theme: Electric Blue + Neon Purple</a:t>
            </a:r>
          </a:p>
          <a:p>
            <a:pPr/>
            <a:r>
              <a:t>Icon: Futuristic Robot</a:t>
            </a:r>
          </a:p>
          <a:p>
            <a:pPr/>
            <a:r>
              <a:t>Agenda Overview</a:t>
            </a:r>
          </a:p>
          <a:p>
            <a:pPr/>
            <a:r>
              <a:t>AI Enthusiasts</a:t>
            </a:r>
          </a:p>
          <a:p>
            <a:pPr/>
            <a:r>
              <a:t>Software Developers</a:t>
            </a:r>
          </a:p>
          <a:p>
            <a:pPr/>
            <a:r>
              <a:t>Data Engineers</a:t>
            </a:r>
          </a:p>
          <a:p>
            <a:pPr/>
            <a:r>
              <a:t>Business Analysts</a:t>
            </a:r>
          </a:p>
          <a:p>
            <a:pPr/>
            <a:r>
              <a:t>Students and Educators</a:t>
            </a:r>
          </a:p>
          <a:p>
            <a:pPr/>
            <a:r>
              <a:t>Artificial Intelligence (AI) is the simulation of human intelligence in machines</a:t>
            </a:r>
          </a:p>
          <a:p>
            <a:pPr/>
            <a:r>
              <a:t>Designed to think, learn, and perform tasks like humans</a:t>
            </a:r>
          </a:p>
          <a:p>
            <a:pPr/>
            <a:r>
              <a:t>Includes machine learning, natural language processing, computer vision</a:t>
            </a:r>
          </a:p>
          <a:p>
            <a:pPr/>
            <a:r>
              <a:t>Understanding basic AI concepts</a:t>
            </a:r>
          </a:p>
          <a:p>
            <a:pPr/>
            <a:r>
              <a:t>Recognizing AI applications</a:t>
            </a:r>
          </a:p>
          <a:p>
            <a:pPr/>
            <a:r>
              <a:t>Evaluating AI outputs</a:t>
            </a:r>
          </a:p>
          <a:p>
            <a:pPr/>
            <a:r>
              <a:t>Supervised Learning: Labeled data, prediction</a:t>
            </a:r>
          </a:p>
          <a:p>
            <a:pPr/>
            <a:r>
              <a:t>Unsupervised Learning: Unlabeled data, patterns</a:t>
            </a:r>
          </a:p>
          <a:p>
            <a:pPr/>
            <a:r>
              <a:t>Reinforcement Learning: Rewards, decision making</a:t>
            </a:r>
          </a:p>
          <a:p>
            <a:pPr/>
            <a:r>
              <a:t>Deep Learning: Neural networks, complex patterns</a:t>
            </a:r>
          </a:p>
          <a:p>
            <a:pPr/>
            <a:r>
              <a:t>Machine Learning vs Deep Learning</a:t>
            </a:r>
          </a:p>
          <a:p>
            <a:pPr/>
            <a:r>
              <a:t>Traditional ML: SVM, Decision Trees</a:t>
            </a:r>
          </a:p>
          <a:p>
            <a:pPr/>
            <a:r>
              <a:t>Neural Networks: Layers, activation functions</a:t>
            </a:r>
          </a:p>
          <a:p>
            <a:pPr/>
            <a:r>
              <a:t>Convolutional NN: Image processing</a:t>
            </a:r>
          </a:p>
          <a:p>
            <a:pPr/>
            <a:r>
              <a:t>Recurrent NN: Sequence data</a:t>
            </a:r>
          </a:p>
          <a:p>
            <a:pPr/>
            <a:r>
              <a:t>Transformers: Attention mechanism</a:t>
            </a:r>
          </a:p>
          <a:p>
            <a:pPr/>
            <a:r>
              <a:t>GPT models: Text generation</a:t>
            </a:r>
          </a:p>
          <a:p>
            <a:pPr/>
            <a:r>
              <a:t>BERT: Language understanding</a:t>
            </a:r>
          </a:p>
          <a:p>
            <a:pPr/>
            <a:r>
              <a:t>Computer Vision models: ResNet, YOLO</a:t>
            </a:r>
          </a:p>
          <a:p>
            <a:pPr/>
            <a:r>
              <a:t>Speech Recognition: RNN, Transformers</a:t>
            </a:r>
          </a:p>
          <a:p>
            <a:pPr/>
            <a:r>
              <a:t>Recommendation Systems: Collaborative filtering</a:t>
            </a:r>
          </a:p>
          <a:p>
            <a:pPr/>
            <a:r>
              <a:t>Generative Models: GANs, VAEs</a:t>
            </a:r>
          </a:p>
          <a:p>
            <a:pPr/>
            <a:r>
              <a:t>Data collection</a:t>
            </a:r>
          </a:p>
          <a:p>
            <a:pPr/>
            <a:r>
              <a:t>Data preprocessing</a:t>
            </a:r>
          </a:p>
          <a:p>
            <a:pPr/>
            <a:r>
              <a:t>Feature engineering</a:t>
            </a:r>
          </a:p>
          <a:p>
            <a:pPr/>
            <a:r>
              <a:t>Neural Networks</a:t>
            </a:r>
          </a:p>
          <a:p>
            <a:pPr/>
            <a:r>
              <a:t>Backpropagation</a:t>
            </a:r>
          </a:p>
          <a:p>
            <a:pPr/>
            <a:r>
              <a:t>Gradient Descent</a:t>
            </a:r>
          </a:p>
          <a:p>
            <a:pPr/>
            <a:r>
              <a:t>Loss Functions</a:t>
            </a:r>
          </a:p>
          <a:p>
            <a:pPr/>
            <a:r>
              <a:t>Optimization</a:t>
            </a:r>
          </a:p>
          <a:p>
            <a:pPr/>
            <a:r>
              <a:t>Overfitting</a:t>
            </a:r>
          </a:p>
          <a:p>
            <a:pPr/>
            <a:r>
              <a:t>Underfitting</a:t>
            </a:r>
          </a:p>
          <a:p>
            <a:pPr/>
            <a:r>
              <a:t>Regularization</a:t>
            </a:r>
          </a:p>
          <a:p>
            <a:pPr/>
            <a:r>
              <a:t>Dropout</a:t>
            </a:r>
          </a:p>
          <a:p>
            <a:pPr/>
            <a:r>
              <a:t>Batch Normalization</a:t>
            </a:r>
          </a:p>
          <a:p>
            <a:pPr/>
            <a:r>
              <a:t>Activation Functions</a:t>
            </a:r>
          </a:p>
          <a:p>
            <a:pPr/>
            <a:r>
              <a:t>Convolutional Layers</a:t>
            </a:r>
          </a:p>
          <a:p>
            <a:pPr/>
            <a:r>
              <a:t>Pooling</a:t>
            </a:r>
          </a:p>
          <a:p>
            <a:pPr/>
            <a:r>
              <a:t>Attention Mechanism</a:t>
            </a:r>
          </a:p>
          <a:p>
            <a:pPr/>
            <a:r>
              <a:t>Self-Attention</a:t>
            </a:r>
          </a:p>
          <a:p>
            <a:pPr/>
            <a:r>
              <a:t>Multi-Head Attention</a:t>
            </a:r>
          </a:p>
          <a:p>
            <a:pPr/>
            <a:r>
              <a:t>Positional Encoding</a:t>
            </a:r>
          </a:p>
          <a:p>
            <a:pPr/>
            <a:r>
              <a:t>Encoder-Decoder</a:t>
            </a:r>
          </a:p>
          <a:p>
            <a:pPr/>
            <a:r>
              <a:t>Autoencoders</a:t>
            </a:r>
          </a:p>
          <a:p>
            <a:pPr/>
            <a:r>
              <a:t>GANs</a:t>
            </a:r>
          </a:p>
          <a:p>
            <a:pPr/>
            <a:r>
              <a:t>VAEs</a:t>
            </a:r>
          </a:p>
          <a:p>
            <a:pPr/>
            <a:r>
              <a:t>Transfer Learning</a:t>
            </a:r>
          </a:p>
          <a:p>
            <a:pPr/>
            <a:r>
              <a:t>Fine-tuning</a:t>
            </a:r>
          </a:p>
          <a:p>
            <a:pPr/>
            <a:r>
              <a:t>Few-shot Learning</a:t>
            </a:r>
          </a:p>
          <a:p>
            <a:pPr/>
            <a:r>
              <a:t>Zero-shot Learning</a:t>
            </a:r>
          </a:p>
          <a:p>
            <a:pPr/>
            <a:r>
              <a:t>Meta Learning</a:t>
            </a:r>
          </a:p>
          <a:p>
            <a:pPr/>
            <a:r>
              <a:t>Training the model</a:t>
            </a:r>
          </a:p>
          <a:p>
            <a:pPr/>
            <a:r>
              <a:t>Validation</a:t>
            </a:r>
          </a:p>
          <a:p>
            <a:pPr/>
            <a:r>
              <a:t>Testing</a:t>
            </a:r>
          </a:p>
          <a:p>
            <a:pPr/>
            <a:r>
              <a:t>Deployment</a:t>
            </a:r>
          </a:p>
          <a:p>
            <a:pPr/>
            <a:r>
              <a:t>Monitoring</a:t>
            </a:r>
          </a:p>
          <a:p>
            <a:pPr/>
            <a:r>
              <a:t>Feedback loop</a:t>
            </a:r>
          </a:p>
          <a:p>
            <a:pPr/>
            <a:r>
              <a:t>Algorithms</a:t>
            </a:r>
          </a:p>
          <a:p>
            <a:pPr/>
            <a:r>
              <a:t>Learning from data</a:t>
            </a:r>
          </a:p>
          <a:p>
            <a:pPr/>
            <a:r>
              <a:t>Pattern recognition</a:t>
            </a:r>
          </a:p>
          <a:p>
            <a:pPr/>
            <a:r>
              <a:t>Prediction</a:t>
            </a:r>
          </a:p>
          <a:p>
            <a:pPr/>
            <a:r>
              <a:t>Decision making</a:t>
            </a:r>
          </a:p>
          <a:p>
            <a:pPr/>
            <a:r>
              <a:t>Automation</a:t>
            </a:r>
          </a:p>
          <a:p>
            <a:pPr/>
            <a:r>
              <a:t>Iteration</a:t>
            </a:r>
          </a:p>
          <a:p>
            <a:pPr/>
            <a:r>
              <a:t>Improvement</a:t>
            </a:r>
          </a:p>
          <a:p>
            <a:pPr/>
            <a:r>
              <a:t>Scaling</a:t>
            </a:r>
          </a:p>
          <a:p>
            <a:pPr/>
            <a:r>
              <a:t>Integration</a:t>
            </a:r>
          </a:p>
          <a:p>
            <a:pPr/>
            <a:r>
              <a:t>Maintenance</a:t>
            </a:r>
          </a:p>
          <a:p>
            <a:pPr/>
            <a:r>
              <a:t>Fine-tuning</a:t>
            </a:r>
          </a:p>
          <a:p>
            <a:pPr/>
            <a:r>
              <a:t>Pre-trained models</a:t>
            </a:r>
          </a:p>
          <a:p>
            <a:pPr/>
            <a:r>
              <a:t>Custom models</a:t>
            </a:r>
          </a:p>
          <a:p>
            <a:pPr/>
            <a:r>
              <a:t>Cloud vs On-premise</a:t>
            </a:r>
          </a:p>
          <a:p>
            <a:pPr/>
            <a:r>
              <a:t>Open source vs Proprietary</a:t>
            </a:r>
          </a:p>
          <a:p>
            <a:pPr/>
            <a:r>
              <a:t>Scalability</a:t>
            </a:r>
          </a:p>
          <a:p>
            <a:pPr/>
            <a:r>
              <a:t>Accuracy trade-offs</a:t>
            </a:r>
          </a:p>
          <a:p>
            <a:pPr/>
            <a:r>
              <a:t>Real-time vs Batch processing</a:t>
            </a:r>
          </a:p>
          <a:p>
            <a:pPr/>
            <a:r>
              <a:t>Data literacy for AI</a:t>
            </a:r>
          </a:p>
          <a:p>
            <a:pPr/>
            <a:r>
              <a:t>Algorithm understanding</a:t>
            </a:r>
          </a:p>
          <a:p>
            <a:pPr/>
            <a:r>
              <a:t>Bias and fairness awareness</a:t>
            </a:r>
          </a:p>
          <a:p>
            <a:pPr/>
            <a:r>
              <a:t>Privacy concerns</a:t>
            </a:r>
          </a:p>
          <a:p>
            <a:pPr/>
            <a:r>
              <a:t>AI limitations</a:t>
            </a:r>
          </a:p>
          <a:p>
            <a:pPr/>
            <a:r>
              <a:t>Future trends</a:t>
            </a:r>
          </a:p>
          <a:p>
            <a:pPr/>
            <a:r>
              <a:t>Technical skills: Python, ML basics</a:t>
            </a:r>
          </a:p>
          <a:p>
            <a:pPr/>
            <a:r>
              <a:t>Critical thinking about AI</a:t>
            </a:r>
          </a:p>
          <a:p>
            <a:pPr/>
            <a:r>
              <a:t>Communication about AI</a:t>
            </a:r>
          </a:p>
          <a:p>
            <a:pPr/>
            <a:r>
              <a:t>Policy and regulation knowledge</a:t>
            </a:r>
          </a:p>
          <a:p>
            <a:pPr/>
            <a:r>
              <a:t>Interdisciplinary knowledge</a:t>
            </a:r>
          </a:p>
          <a:p>
            <a:pPr/>
            <a:r>
              <a:t>Problem-solving with AI</a:t>
            </a:r>
          </a:p>
          <a:p>
            <a:pPr/>
            <a:r>
              <a:t>Creativity with AI</a:t>
            </a:r>
          </a:p>
          <a:p>
            <a:pPr/>
            <a:r>
              <a:t>AI in society</a:t>
            </a:r>
          </a:p>
          <a:p>
            <a:pPr/>
            <a:r>
              <a:t>Economic impact</a:t>
            </a:r>
          </a:p>
          <a:p>
            <a:pPr/>
            <a:r>
              <a:t>Job market changes</a:t>
            </a:r>
          </a:p>
          <a:p>
            <a:pPr/>
            <a:r>
              <a:t>AI governance</a:t>
            </a:r>
          </a:p>
          <a:p>
            <a:pPr/>
            <a:r>
              <a:t>Responsible AI development</a:t>
            </a:r>
          </a:p>
          <a:p>
            <a:pPr/>
            <a:r>
              <a:t>AI safety</a:t>
            </a:r>
          </a:p>
          <a:p>
            <a:pPr/>
            <a:r>
              <a:t>Explainability</a:t>
            </a:r>
          </a:p>
          <a:p>
            <a:pPr/>
            <a:r>
              <a:t>Transparency</a:t>
            </a:r>
          </a:p>
          <a:p>
            <a:pPr/>
            <a:r>
              <a:t>Accountability</a:t>
            </a:r>
          </a:p>
          <a:p>
            <a:pPr/>
            <a:r>
              <a:t>Trust in AI</a:t>
            </a:r>
          </a:p>
          <a:p>
            <a:pPr/>
            <a:r>
              <a:t>Human-AI collaboration</a:t>
            </a:r>
          </a:p>
          <a:p>
            <a:pPr/>
            <a:r>
              <a:t>AI ethics frameworks</a:t>
            </a:r>
          </a:p>
          <a:p>
            <a:pPr/>
            <a:r>
              <a:t>Legal aspects</a:t>
            </a:r>
          </a:p>
          <a:p>
            <a:pPr/>
            <a:r>
              <a:t>Cultural implications</a:t>
            </a:r>
          </a:p>
          <a:p>
            <a:pPr/>
            <a:r>
              <a:t>Global perspectives</a:t>
            </a:r>
          </a:p>
          <a:p>
            <a:pPr/>
            <a:r>
              <a:t>Personal AI use</a:t>
            </a:r>
          </a:p>
          <a:p>
            <a:pPr/>
            <a:r>
              <a:t>Professional AI integrationike)</a:t>
            </a:r>
          </a:p>
          <a:p>
            <a:pPr/>
            <a:r>
              <a:t>Applications in healthcare, finance, transportation, entertainment</a:t>
            </a:r>
          </a:p>
          <a:p>
            <a:pPr/>
            <a:r>
              <a:t>Powered by algorithms, data, and computing power</a:t>
            </a:r>
          </a:p>
          <a:p>
            <a:pPr/>
            <a:r>
              <a:t>Ethical considerations and responsible AI</a:t>
            </a:r>
          </a:p>
          <a:p>
            <a:pPr/>
            <a:r>
              <a:t>Future of AI: AGI, superintelligence</a:t>
            </a:r>
          </a:p>
          <a:p>
            <a:pPr/>
            <a:r>
              <a:t>AI vs Human Intelligence</a:t>
            </a:r>
          </a:p>
          <a:p>
            <a:pPr/>
            <a:r>
              <a:t>Key components: Data, Algorithms, Computing</a:t>
            </a:r>
          </a:p>
          <a:p>
            <a:pPr/>
            <a:r>
              <a:t>History of AI from 1950s</a:t>
            </a:r>
          </a:p>
          <a:p>
            <a:pPr/>
            <a:r>
              <a:t>Current state: Deep learning, neural networks</a:t>
            </a:r>
          </a:p>
          <a:p>
            <a:pPr/>
            <a:r>
              <a:t>Challenges: Bias, privacy, job displacement</a:t>
            </a:r>
          </a:p>
          <a:p>
            <a:pPr/>
            <a:r>
              <a:t>Opportunities: Automation, innovation, new jobs</a:t>
            </a:r>
          </a:p>
          <a:p>
            <a:pPr/>
            <a:r>
              <a:t>AI in daily life: Siri, Google Assistant, recommendation systems</a:t>
            </a:r>
          </a:p>
          <a:p>
            <a:pPr/>
            <a:r>
              <a:t>The AI revolution</a:t>
            </a:r>
          </a:p>
          <a:p>
            <a:pPr/>
            <a:r>
              <a:t>Entrepreneurs</a:t>
            </a:r>
          </a:p>
          <a:p>
            <a:pPr/>
            <a:r>
              <a:t>Researchers</a:t>
            </a:r>
          </a:p>
          <a:p>
            <a:pPr/>
            <a:r>
              <a:t>General Public interested in AI</a:t>
            </a:r>
          </a:p>
          <a:p>
            <a:pPr/>
            <a:r>
              <a:t>Executives and Decision Makers</a:t>
            </a:r>
          </a:p>
          <a:p>
            <a:pPr/>
            <a:r>
              <a:t>Technical Leads</a:t>
            </a:r>
          </a:p>
          <a:p>
            <a:pPr/>
            <a:r>
              <a:t>Product Managers</a:t>
            </a:r>
          </a:p>
          <a:p>
            <a:pPr/>
            <a:r>
              <a:t>UX/UI Designers</a:t>
            </a:r>
          </a:p>
          <a:p>
            <a:pPr/>
            <a:r>
              <a:t>DevOps Engineers</a:t>
            </a:r>
          </a:p>
          <a:p>
            <a:pPr/>
            <a:r>
              <a:t>Security Experts</a:t>
            </a:r>
          </a:p>
          <a:p>
            <a:pPr/>
            <a:r>
              <a:t>Compliance Officers</a:t>
            </a:r>
          </a:p>
          <a:p>
            <a:pPr/>
            <a:r>
              <a:t>Academics</a:t>
            </a:r>
          </a:p>
          <a:p>
            <a:pPr/>
            <a:r>
              <a:t>Innovators</a:t>
            </a:r>
          </a:p>
          <a:p>
            <a:pPr/>
            <a:r>
              <a:t>Consultants</a:t>
            </a:r>
          </a:p>
          <a:p>
            <a:pPr/>
            <a:r>
              <a:t>Trainers</a:t>
            </a:r>
          </a:p>
          <a:p>
            <a:pPr/>
            <a:r>
              <a:t>Interactive Elements</a:t>
            </a:r>
          </a:p>
          <a:p>
            <a:pPr/>
            <a:r>
              <a:t>Q&amp;A Session</a:t>
            </a:r>
          </a:p>
          <a:p>
            <a:pPr/>
            <a:r>
              <a:t>Resources</a:t>
            </a:r>
          </a:p>
          <a:p>
            <a:pPr/>
            <a:r>
              <a:t>Contact Information</a:t>
            </a:r>
          </a:p>
          <a:p>
            <a:pPr/>
            <a:r>
              <a:t>Thank You</a:t>
            </a:r>
          </a:p>
          <a:p>
            <a:pPr/>
            <a:r>
              <a:t>Animated particle effects</a:t>
            </a:r>
          </a:p>
          <a:p>
            <a:pPr/>
            <a:r>
              <a:t>Three-dimensional depth layering</a:t>
            </a:r>
          </a:p>
          <a:p>
            <a:pPr/>
            <a:r>
              <a:t>Company/Personal logo placement</a:t>
            </a:r>
          </a:p>
          <a:p>
            <a:pPr/>
            <a:r>
              <a:t>QR code for companion resources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Target Audience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6: Chapter 1 - What is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7: AI Literacy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8-10: Model Types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11: How AI Works (No Math!)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12-15: Advanced AI Concepts Simplified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21: Chapter 4 - AI 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Hallucinations: Generating incorrect information</a:t>
            </a:r>
          </a:p>
          <a:p>
            <a:pPr/>
            <a:r>
              <a:t>Bias: Unfair outcomes due to training data</a:t>
            </a:r>
          </a:p>
          <a:p>
            <a:pPr/>
            <a:r>
              <a:t>Overfitting: Model performs well on training but not on new data</a:t>
            </a:r>
          </a:p>
          <a:p>
            <a:pPr/>
            <a:r>
              <a:t>Accumulation of unresolved AI issues</a:t>
            </a:r>
          </a:p>
          <a:p>
            <a:pPr/>
            <a:r>
              <a:t>Shortcuts in AI development</a:t>
            </a:r>
          </a:p>
          <a:p>
            <a:pPr/>
            <a:r>
              <a:t>Lack of understanding leading to errors</a:t>
            </a:r>
          </a:p>
          <a:p>
            <a:pPr/>
            <a:r>
              <a:t>Data collection: What data is gathered</a:t>
            </a:r>
          </a:p>
          <a:p>
            <a:pPr/>
            <a:r>
              <a:t>Consent: User agreement</a:t>
            </a:r>
          </a:p>
          <a:p>
            <a:pPr/>
            <a:r>
              <a:t>Data minimization: Collect only necessary</a:t>
            </a:r>
          </a:p>
          <a:p>
            <a:pPr/>
            <a:r>
              <a:t>Anonymization: Removing identifiers</a:t>
            </a:r>
          </a:p>
          <a:p>
            <a:pPr/>
            <a:r>
              <a:t>Encryption: Protecting data in transit/storage</a:t>
            </a:r>
          </a:p>
          <a:p>
            <a:pPr/>
            <a:r>
              <a:t>Access controls: Who can see the data</a:t>
            </a:r>
          </a:p>
          <a:p>
            <a:pPr/>
            <a:r>
              <a:t>Data retention: How long kept</a:t>
            </a:r>
          </a:p>
          <a:p>
            <a:pPr/>
            <a:r>
              <a:t>Third-party sharing: Data sold or shared</a:t>
            </a:r>
          </a:p>
          <a:p>
            <a:pPr/>
            <a:r>
              <a:t>Surveillance: Tracking users</a:t>
            </a:r>
          </a:p>
          <a:p>
            <a:pPr/>
            <a:r>
              <a:t>Profiling: Building user profiles</a:t>
            </a:r>
          </a:p>
          <a:p>
            <a:pPr/>
            <a:r>
              <a:t>Inference attacks: Deriving sensitive info</a:t>
            </a:r>
          </a:p>
          <a:p>
            <a:pPr/>
            <a:r>
              <a:t>Re-identification risks</a:t>
            </a:r>
          </a:p>
          <a:p>
            <a:pPr/>
            <a:r>
              <a:t>Differential privacy</a:t>
            </a:r>
          </a:p>
          <a:p>
            <a:pPr/>
            <a:r>
              <a:t>Federated learning</a:t>
            </a:r>
          </a:p>
          <a:p>
            <a:pPr/>
            <a:r>
              <a:t>On-device processing</a:t>
            </a:r>
          </a:p>
          <a:p>
            <a:pPr/>
            <a:r>
              <a:t>Zero-knowledge proofs</a:t>
            </a:r>
          </a:p>
          <a:p>
            <a:pPr/>
            <a:r>
              <a:t>Privacy by design</a:t>
            </a:r>
          </a:p>
          <a:p>
            <a:pPr/>
            <a:r>
              <a:t>GDPR compliance</a:t>
            </a:r>
          </a:p>
          <a:p>
            <a:pPr/>
            <a:r>
              <a:t>CCPA regulations</a:t>
            </a:r>
          </a:p>
          <a:p>
            <a:pPr/>
            <a:r>
              <a:t>Data breaches</a:t>
            </a:r>
          </a:p>
          <a:p>
            <a:pPr/>
            <a:r>
              <a:t>User rights: Access, delete, portability</a:t>
            </a:r>
          </a:p>
          <a:p>
            <a:pPr/>
            <a:r>
              <a:t>Transparency in data use</a:t>
            </a:r>
          </a:p>
          <a:p>
            <a:pPr/>
            <a:r>
              <a:t>Bias from private data</a:t>
            </a:r>
          </a:p>
          <a:p>
            <a:pPr/>
            <a:r>
              <a:t>Ethical data sourcing</a:t>
            </a:r>
          </a:p>
          <a:p>
            <a:pPr/>
            <a:r>
              <a:t>Capturing knowledge</a:t>
            </a:r>
          </a:p>
          <a:p>
            <a:pPr/>
            <a:r>
              <a:t>Storing knowledge</a:t>
            </a:r>
          </a:p>
          <a:p>
            <a:pPr/>
            <a:r>
              <a:t>Retrieving knowledge</a:t>
            </a:r>
          </a:p>
          <a:p>
            <a:pPr/>
            <a:r>
              <a:t>Time saved</a:t>
            </a:r>
          </a:p>
          <a:p>
            <a:pPr/>
            <a:r>
              <a:t>Error reduction</a:t>
            </a:r>
          </a:p>
          <a:p>
            <a:pPr/>
            <a:r>
              <a:t>Productivity increase</a:t>
            </a:r>
          </a:p>
          <a:p>
            <a:pPr/>
            <a:r>
              <a:t>Data ingestion</a:t>
            </a:r>
          </a:p>
          <a:p>
            <a:pPr/>
            <a:r>
              <a:t>Context extraction</a:t>
            </a:r>
          </a:p>
          <a:p>
            <a:pPr/>
            <a:r>
              <a:t>Knowledge representation</a:t>
            </a:r>
          </a:p>
          <a:p>
            <a:pPr/>
            <a:r>
              <a:t>Digital note-taking</a:t>
            </a:r>
          </a:p>
          <a:p>
            <a:pPr/>
            <a:r>
              <a:t>Tagging and categorization</a:t>
            </a:r>
          </a:p>
          <a:p>
            <a:pPr/>
            <a:r>
              <a:t>Search and retrieval</a:t>
            </a:r>
          </a:p>
          <a:p>
            <a:pPr/>
            <a:r>
              <a:t>Linking notes</a:t>
            </a:r>
          </a:p>
          <a:p>
            <a:pPr/>
            <a:r>
              <a:t>AI summarization</a:t>
            </a:r>
          </a:p>
          <a:p>
            <a:pPr/>
            <a:r>
              <a:t>Auto-tagging</a:t>
            </a:r>
          </a:p>
          <a:p>
            <a:pPr/>
            <a:r>
              <a:t>Knowledge graphs</a:t>
            </a:r>
          </a:p>
          <a:p>
            <a:pPr/>
            <a:r>
              <a:t>Recommendation systems</a:t>
            </a:r>
          </a:p>
          <a:p>
            <a:pPr/>
            <a:r>
              <a:t>Voice notes</a:t>
            </a:r>
          </a:p>
          <a:p>
            <a:pPr/>
            <a:r>
              <a:t>Image recognition</a:t>
            </a:r>
          </a:p>
          <a:p>
            <a:pPr/>
            <a:r>
              <a:t>Integration with tools</a:t>
            </a:r>
          </a:p>
          <a:p>
            <a:pPr/>
            <a:r>
              <a:t>Backup and sync</a:t>
            </a:r>
          </a:p>
          <a:p>
            <a:pPr/>
            <a:r>
              <a:t>Collaboration</a:t>
            </a:r>
          </a:p>
          <a:p>
            <a:pPr/>
            <a:r>
              <a:t>Privacy</a:t>
            </a:r>
          </a:p>
          <a:p>
            <a:pPr/>
            <a:r>
              <a:t>Export options</a:t>
            </a:r>
          </a:p>
          <a:p>
            <a:pPr/>
            <a:r>
              <a:t>Templates</a:t>
            </a:r>
          </a:p>
          <a:p>
            <a:pPr/>
            <a:r>
              <a:t>Workflows</a:t>
            </a:r>
          </a:p>
          <a:p>
            <a:pPr/>
            <a:r>
              <a:t>Analytics</a:t>
            </a:r>
          </a:p>
          <a:p>
            <a:pPr/>
            <a:r>
              <a:t>Mobile access</a:t>
            </a:r>
          </a:p>
          <a:p>
            <a:pPr/>
            <a:r>
              <a:t>Offline capability</a:t>
            </a:r>
          </a:p>
          <a:p>
            <a:pPr/>
            <a:r>
              <a:t>AI assistants</a:t>
            </a:r>
          </a:p>
          <a:p>
            <a:pPr/>
            <a:r>
              <a:t>Future trends</a:t>
            </a:r>
          </a:p>
          <a:p>
            <a:pPr/>
            <a:r>
              <a:t>Validation</a:t>
            </a:r>
          </a:p>
          <a:p>
            <a:pPr/>
            <a:r>
              <a:t>Enrichment</a:t>
            </a:r>
          </a:p>
          <a:p>
            <a:pPr/>
            <a:r>
              <a:t>Indexing</a:t>
            </a:r>
          </a:p>
          <a:p>
            <a:pPr/>
            <a:r>
              <a:t>Search optimization</a:t>
            </a:r>
          </a:p>
          <a:p>
            <a:pPr/>
            <a:r>
              <a:t>Retrieval</a:t>
            </a:r>
          </a:p>
          <a:p>
            <a:pPr/>
            <a:r>
              <a:t>Presentation</a:t>
            </a:r>
          </a:p>
          <a:p>
            <a:pPr/>
            <a:r>
              <a:t>Feedback</a:t>
            </a:r>
          </a:p>
          <a:p>
            <a:pPr/>
            <a:r>
              <a:t>Iteration</a:t>
            </a:r>
          </a:p>
          <a:p>
            <a:pPr/>
            <a:r>
              <a:t>Integration with AI</a:t>
            </a:r>
          </a:p>
          <a:p>
            <a:pPr/>
            <a:r>
              <a:t>Personalization</a:t>
            </a:r>
          </a:p>
          <a:p>
            <a:pPr/>
            <a:r>
              <a:t>Security</a:t>
            </a:r>
          </a:p>
          <a:p>
            <a:pPr/>
            <a:r>
              <a:t>Governance</a:t>
            </a:r>
          </a:p>
          <a:p>
            <a:pPr/>
            <a:r>
              <a:t>Monitoring</a:t>
            </a:r>
          </a:p>
          <a:p>
            <a:pPr/>
            <a:r>
              <a:t>Analytics</a:t>
            </a:r>
          </a:p>
          <a:p>
            <a:pPr/>
            <a:r>
              <a:t>Automation</a:t>
            </a:r>
          </a:p>
          <a:p>
            <a:pPr/>
            <a:r>
              <a:t>Scalability</a:t>
            </a:r>
          </a:p>
          <a:p>
            <a:pPr/>
            <a:r>
              <a:t>Interoperability</a:t>
            </a:r>
          </a:p>
          <a:p>
            <a:pPr/>
            <a:r>
              <a:t>User experience</a:t>
            </a:r>
          </a:p>
          <a:p>
            <a:pPr/>
            <a:r>
              <a:t>Continuous improvement</a:t>
            </a:r>
          </a:p>
          <a:p>
            <a:pPr/>
            <a:r>
              <a:t>Ethical considerations</a:t>
            </a:r>
          </a:p>
          <a:p>
            <a:pPr/>
            <a:r>
              <a:t>Cost savings</a:t>
            </a:r>
          </a:p>
          <a:p>
            <a:pPr/>
            <a:r>
              <a:t>Revenue growth</a:t>
            </a:r>
          </a:p>
          <a:p>
            <a:pPr/>
            <a:r>
              <a:t>Customer satisfaction</a:t>
            </a:r>
          </a:p>
          <a:p>
            <a:pPr/>
            <a:r>
              <a:t>Employee engagement</a:t>
            </a:r>
          </a:p>
          <a:p>
            <a:pPr/>
            <a:r>
              <a:t>Knowledge reuse</a:t>
            </a:r>
          </a:p>
          <a:p>
            <a:pPr/>
            <a:r>
              <a:t>Faster onboarding</a:t>
            </a:r>
          </a:p>
          <a:p>
            <a:pPr/>
            <a:r>
              <a:t>Reduced training costs</a:t>
            </a:r>
          </a:p>
          <a:p>
            <a:pPr/>
            <a:r>
              <a:t>Improved decision making</a:t>
            </a:r>
          </a:p>
          <a:p>
            <a:pPr/>
            <a:r>
              <a:t>Competitive advantage</a:t>
            </a:r>
          </a:p>
          <a:p>
            <a:pPr/>
            <a:r>
              <a:t>Risk mitigation</a:t>
            </a:r>
          </a:p>
          <a:p>
            <a:pPr/>
            <a:r>
              <a:t>Compliance benefits</a:t>
            </a:r>
          </a:p>
          <a:p>
            <a:pPr/>
            <a:r>
              <a:t>Scalability</a:t>
            </a:r>
          </a:p>
          <a:p>
            <a:pPr/>
            <a:r>
              <a:t>Quality improvement</a:t>
            </a:r>
          </a:p>
          <a:p>
            <a:pPr/>
            <a:r>
              <a:t>Retention of expertise</a:t>
            </a:r>
          </a:p>
          <a:p>
            <a:pPr/>
            <a:r>
              <a:t>Collaboration enhancement</a:t>
            </a:r>
          </a:p>
          <a:p>
            <a:pPr/>
            <a:r>
              <a:t>Long-term value</a:t>
            </a:r>
          </a:p>
          <a:p>
            <a:pPr/>
            <a:r>
              <a:t>Updating knowledge</a:t>
            </a:r>
          </a:p>
          <a:p>
            <a:pPr/>
            <a:r>
              <a:t>Knowledge bases</a:t>
            </a:r>
          </a:p>
          <a:p>
            <a:pPr/>
            <a:r>
              <a:t>Ontologies</a:t>
            </a:r>
          </a:p>
          <a:p>
            <a:pPr/>
            <a:r>
              <a:t>Taxonomies</a:t>
            </a:r>
          </a:p>
          <a:p>
            <a:pPr/>
            <a:r>
              <a:t>Wikis</a:t>
            </a:r>
          </a:p>
          <a:p>
            <a:pPr/>
            <a:r>
              <a:t>Databases</a:t>
            </a:r>
          </a:p>
          <a:p>
            <a:pPr/>
            <a:r>
              <a:t>AI-powered search</a:t>
            </a:r>
          </a:p>
          <a:p>
            <a:pPr/>
            <a:r>
              <a:t>Knowledge graphs</a:t>
            </a:r>
          </a:p>
          <a:p>
            <a:pPr/>
            <a:r>
              <a:t>Semantic web</a:t>
            </a:r>
          </a:p>
          <a:p>
            <a:pPr/>
            <a:r>
              <a:t>Collaborative platforms</a:t>
            </a:r>
          </a:p>
          <a:p>
            <a:pPr/>
            <a:r>
              <a:t>Documentation</a:t>
            </a:r>
          </a:p>
          <a:p>
            <a:pPr/>
            <a:r>
              <a:t>Training materials</a:t>
            </a:r>
          </a:p>
          <a:p>
            <a:pPr/>
            <a:r>
              <a:t>Best practices</a:t>
            </a:r>
          </a:p>
          <a:p>
            <a:pPr/>
            <a:r>
              <a:t>Lessons learned</a:t>
            </a:r>
          </a:p>
          <a:p>
            <a:pPr/>
            <a:r>
              <a:t>Expert systems</a:t>
            </a:r>
          </a:p>
          <a:p>
            <a:pPr/>
            <a:r>
              <a:t>Decision support</a:t>
            </a:r>
          </a:p>
          <a:p>
            <a:pPr/>
            <a:r>
              <a:t>Knowledge discovery</a:t>
            </a:r>
          </a:p>
          <a:p>
            <a:pPr/>
            <a:r>
              <a:t>Personal knowledge management</a:t>
            </a:r>
          </a:p>
          <a:p>
            <a:pPr/>
            <a:r>
              <a:t>Privacy-preserving techniques</a:t>
            </a:r>
          </a:p>
          <a:p>
            <a:pPr/>
            <a:r>
              <a:t>Inadequate testing</a:t>
            </a:r>
          </a:p>
          <a:p>
            <a:pPr/>
            <a:r>
              <a:t>Ignoring edge cases</a:t>
            </a:r>
          </a:p>
          <a:p>
            <a:pPr/>
            <a:r>
              <a:t>Rapid prototyping without planning</a:t>
            </a:r>
          </a:p>
          <a:p>
            <a:pPr/>
            <a:r>
              <a:t>Vendor lock-in</a:t>
            </a:r>
          </a:p>
          <a:p>
            <a:pPr/>
            <a:r>
              <a:t>Outdated models</a:t>
            </a:r>
          </a:p>
          <a:p>
            <a:pPr/>
            <a:r>
              <a:t>Skill gaps in team</a:t>
            </a:r>
          </a:p>
          <a:p>
            <a:pPr/>
            <a:r>
              <a:t>Misaligned objectives</a:t>
            </a:r>
          </a:p>
          <a:p>
            <a:pPr/>
            <a:r>
              <a:t>Ignoring feedback</a:t>
            </a:r>
          </a:p>
          <a:p>
            <a:pPr/>
            <a:r>
              <a:t>Overconfidence in AI</a:t>
            </a:r>
          </a:p>
          <a:p>
            <a:pPr/>
            <a:r>
              <a:t>Lack of monitoring</a:t>
            </a:r>
          </a:p>
          <a:p>
            <a:pPr/>
            <a:r>
              <a:t>Data quality issues</a:t>
            </a:r>
          </a:p>
          <a:p>
            <a:pPr/>
            <a:r>
              <a:t>Algorithmic biases not addressed</a:t>
            </a:r>
          </a:p>
          <a:p>
            <a:pPr/>
            <a:r>
              <a:t>Ethical oversights</a:t>
            </a:r>
          </a:p>
          <a:p>
            <a:pPr/>
            <a:r>
              <a:t>Security neglect</a:t>
            </a:r>
          </a:p>
          <a:p>
            <a:pPr/>
            <a:r>
              <a:t>Context is the surrounding information</a:t>
            </a:r>
          </a:p>
          <a:p>
            <a:pPr/>
            <a:r>
              <a:t>Importance in AI understanding</a:t>
            </a:r>
          </a:p>
          <a:p>
            <a:pPr/>
            <a:r>
              <a:t>Context types: temporal, spatial, social</a:t>
            </a:r>
          </a:p>
          <a:p>
            <a:pPr/>
            <a:r>
              <a:t>Context in natural language</a:t>
            </a:r>
          </a:p>
          <a:p>
            <a:pPr/>
            <a:r>
              <a:t>Context in decision making</a:t>
            </a:r>
          </a:p>
          <a:p>
            <a:pPr/>
            <a:r>
              <a:t>Context engineering process</a:t>
            </a:r>
          </a:p>
          <a:p>
            <a:pPr/>
            <a:r>
              <a:t>Gathering context</a:t>
            </a:r>
          </a:p>
          <a:p>
            <a:pPr/>
            <a:r>
              <a:t>Modeling context</a:t>
            </a:r>
          </a:p>
          <a:p>
            <a:pPr/>
            <a:r>
              <a:t>Using context in AI</a:t>
            </a:r>
          </a:p>
          <a:p>
            <a:pPr/>
            <a:r>
              <a:t>Context-aware systems</a:t>
            </a:r>
          </a:p>
          <a:p>
            <a:pPr/>
            <a:r>
              <a:t>Challenges in context</a:t>
            </a:r>
          </a:p>
          <a:p>
            <a:pPr/>
            <a:r>
              <a:t>Context representation</a:t>
            </a:r>
          </a:p>
          <a:p>
            <a:pPr/>
            <a:r>
              <a:t>Ontologies for context</a:t>
            </a:r>
          </a:p>
          <a:p>
            <a:pPr/>
            <a:r>
              <a:t>Sensors and data sources</a:t>
            </a:r>
          </a:p>
          <a:p>
            <a:pPr/>
            <a:r>
              <a:t>Real-time context</a:t>
            </a:r>
          </a:p>
          <a:p>
            <a:pPr/>
            <a:r>
              <a:t>Historical context</a:t>
            </a:r>
          </a:p>
          <a:p>
            <a:pPr/>
            <a:r>
              <a:t>User context</a:t>
            </a:r>
          </a:p>
          <a:p>
            <a:pPr/>
            <a:r>
              <a:t>Environmental context</a:t>
            </a:r>
          </a:p>
          <a:p>
            <a:pPr/>
            <a:r>
              <a:t>Cultural context</a:t>
            </a:r>
          </a:p>
          <a:p>
            <a:pPr/>
            <a:r>
              <a:t>Domain-specific context</a:t>
            </a:r>
          </a:p>
          <a:p>
            <a:pPr/>
            <a:r>
              <a:t>Context fusion</a:t>
            </a:r>
          </a:p>
          <a:p>
            <a:pPr/>
            <a:r>
              <a:t>Context reasoning</a:t>
            </a:r>
          </a:p>
          <a:p>
            <a:pPr/>
            <a:r>
              <a:t>Applications</a:t>
            </a:r>
          </a:p>
          <a:p>
            <a:pPr/>
            <a:r>
              <a:t>Integration challenges</a:t>
            </a:r>
          </a:p>
          <a:p>
            <a:pPr/>
            <a:r>
              <a:t>Maintenance burdens</a:t>
            </a:r>
          </a:p>
          <a:p>
            <a:pPr/>
            <a:r>
              <a:t>Future-proofing failures</a:t>
            </a:r>
          </a:p>
          <a:p>
            <a:pPr/>
            <a:r>
              <a:t>Relevance</a:t>
            </a:r>
          </a:p>
          <a:p>
            <a:pPr/>
            <a:r>
              <a:t>Accuracy</a:t>
            </a:r>
          </a:p>
          <a:p>
            <a:pPr/>
            <a:r>
              <a:t>Timeliness</a:t>
            </a:r>
          </a:p>
          <a:p>
            <a:pPr/>
            <a:r>
              <a:t>Completeness</a:t>
            </a:r>
          </a:p>
          <a:p>
            <a:pPr/>
            <a:r>
              <a:t>Consistency</a:t>
            </a:r>
          </a:p>
          <a:p>
            <a:pPr/>
            <a:r>
              <a:t>Granularity</a:t>
            </a:r>
          </a:p>
          <a:p>
            <a:pPr/>
            <a:r>
              <a:t>Dynamics</a:t>
            </a:r>
          </a:p>
          <a:p>
            <a:pPr/>
            <a:r>
              <a:t>Uncertainty</a:t>
            </a:r>
          </a:p>
          <a:p>
            <a:pPr/>
            <a:r>
              <a:t>Multi-modality</a:t>
            </a:r>
          </a:p>
          <a:p>
            <a:pPr/>
            <a:r>
              <a:t>Interdependence</a:t>
            </a:r>
          </a:p>
          <a:p>
            <a:pPr/>
            <a:r>
              <a:t>Scalability</a:t>
            </a:r>
          </a:p>
          <a:p>
            <a:pPr/>
            <a:r>
              <a:t>Privacy</a:t>
            </a:r>
          </a:p>
          <a:p>
            <a:pPr/>
            <a:r>
              <a:t>Security</a:t>
            </a:r>
          </a:p>
          <a:p>
            <a:pPr/>
            <a:r>
              <a:t>Interpretability</a:t>
            </a:r>
          </a:p>
          <a:p>
            <a:pPr/>
            <a:r>
              <a:t>Usability</a:t>
            </a:r>
          </a:p>
          <a:p>
            <a:pPr/>
            <a:r>
              <a:t>Adaptability</a:t>
            </a:r>
          </a:p>
          <a:p>
            <a:pPr/>
            <a:r>
              <a:t>Persistence</a:t>
            </a:r>
          </a:p>
          <a:p>
            <a:pPr/>
            <a:r>
              <a:t>Volatility</a:t>
            </a:r>
          </a:p>
          <a:p>
            <a:pPr/>
            <a:r>
              <a:t>Context sources</a:t>
            </a:r>
          </a:p>
          <a:p>
            <a:pPr/>
            <a:r>
              <a:t>Context quality</a:t>
            </a:r>
          </a:p>
          <a:p>
            <a:pPr/>
            <a:r>
              <a:t>Context lifecycle</a:t>
            </a:r>
          </a:p>
          <a:p>
            <a:pPr/>
            <a:r>
              <a:t>Context modeling techniques</a:t>
            </a:r>
          </a:p>
          <a:p>
            <a:pPr/>
            <a:r>
              <a:t>Context-aware architectures</a:t>
            </a:r>
          </a:p>
          <a:p>
            <a:pPr/>
            <a:r>
              <a:t>Evaluation metrics</a:t>
            </a:r>
          </a:p>
          <a:p>
            <a:pPr/>
            <a:r>
              <a:t>Ambiguity</a:t>
            </a:r>
          </a:p>
          <a:p>
            <a:pPr/>
            <a:r>
              <a:t>Incompleteness</a:t>
            </a:r>
          </a:p>
          <a:p>
            <a:pPr/>
            <a:r>
              <a:t>Noise</a:t>
            </a:r>
          </a:p>
          <a:p>
            <a:pPr/>
            <a:r>
              <a:t>Requirements gathering</a:t>
            </a:r>
          </a:p>
          <a:p>
            <a:pPr/>
            <a:r>
              <a:t>Architecture design</a:t>
            </a:r>
          </a:p>
          <a:p>
            <a:pPr/>
            <a:r>
              <a:t>Data collection</a:t>
            </a:r>
          </a:p>
          <a:p>
            <a:pPr/>
            <a:r>
              <a:t>Context modeling</a:t>
            </a:r>
          </a:p>
          <a:p>
            <a:pPr/>
            <a:r>
              <a:t>Development</a:t>
            </a:r>
          </a:p>
          <a:p>
            <a:pPr/>
            <a:r>
              <a:t>Testing</a:t>
            </a:r>
          </a:p>
          <a:p>
            <a:pPr/>
            <a:r>
              <a:t>Deployment</a:t>
            </a:r>
          </a:p>
          <a:p>
            <a:pPr/>
            <a:r>
              <a:t>Monitoring</a:t>
            </a:r>
          </a:p>
          <a:p>
            <a:pPr/>
            <a:r>
              <a:t>Maintenance</a:t>
            </a:r>
          </a:p>
          <a:p>
            <a:pPr/>
            <a:r>
              <a:t>Tools and frameworks</a:t>
            </a:r>
          </a:p>
          <a:p>
            <a:pPr/>
            <a:r>
              <a:t>Best practices</a:t>
            </a:r>
          </a:p>
          <a:p>
            <a:pPr/>
            <a:r>
              <a:t>Case studies</a:t>
            </a:r>
          </a:p>
          <a:p>
            <a:pPr/>
            <a:r>
              <a:t>Challenges</a:t>
            </a:r>
          </a:p>
          <a:p>
            <a:pPr/>
            <a:r>
              <a:t>Solutions</a:t>
            </a:r>
          </a:p>
          <a:p>
            <a:pPr/>
            <a:r>
              <a:t>Metrics</a:t>
            </a:r>
          </a:p>
          <a:p>
            <a:pPr/>
            <a:r>
              <a:t>ROI</a:t>
            </a:r>
          </a:p>
          <a:p>
            <a:pPr/>
            <a:r>
              <a:t>Team skills</a:t>
            </a:r>
          </a:p>
          <a:p>
            <a:pPr/>
            <a:r>
              <a:t>Training</a:t>
            </a:r>
          </a:p>
          <a:p>
            <a:pPr/>
            <a:r>
              <a:t>Documentation</a:t>
            </a:r>
          </a:p>
          <a:p>
            <a:pPr/>
            <a:r>
              <a:t>Support</a:t>
            </a:r>
          </a:p>
          <a:p>
            <a:pPr/>
            <a:r>
              <a:t>Future improvements</a:t>
            </a:r>
          </a:p>
          <a:p>
            <a:pPr/>
            <a:r>
              <a:t>Scaling</a:t>
            </a:r>
          </a:p>
          <a:p>
            <a:pPr/>
            <a:r>
              <a:t>Scalability</a:t>
            </a:r>
          </a:p>
          <a:p>
            <a:pPr/>
            <a:r>
              <a:t>Real-time processing</a:t>
            </a:r>
          </a:p>
          <a:p>
            <a:pPr/>
            <a:r>
              <a:t>Privacy concerns</a:t>
            </a:r>
          </a:p>
          <a:p>
            <a:pPr/>
            <a:r>
              <a:t>Integration challenges</a:t>
            </a:r>
          </a:p>
          <a:p>
            <a:pPr/>
            <a:r>
              <a:t>Definition of AI agents</a:t>
            </a:r>
          </a:p>
          <a:p>
            <a:pPr/>
            <a:r>
              <a:t>Autonomous systems</a:t>
            </a:r>
          </a:p>
          <a:p>
            <a:pPr/>
            <a:r>
              <a:t>Goal-oriented behavior</a:t>
            </a:r>
          </a:p>
          <a:p>
            <a:pPr/>
            <a:r>
              <a:t>Sensors</a:t>
            </a:r>
          </a:p>
          <a:p>
            <a:pPr/>
            <a:r>
              <a:t>Actuators</a:t>
            </a:r>
          </a:p>
          <a:p>
            <a:pPr/>
            <a:r>
              <a:t>Perception module</a:t>
            </a:r>
          </a:p>
          <a:p>
            <a:pPr/>
            <a:r>
              <a:t>Reasoning engine</a:t>
            </a:r>
          </a:p>
          <a:p>
            <a:pPr/>
            <a:r>
              <a:t>Knowledge base</a:t>
            </a:r>
          </a:p>
          <a:p>
            <a:pPr/>
            <a:r>
              <a:t>Learning component</a:t>
            </a:r>
          </a:p>
          <a:p>
            <a:pPr/>
            <a:r>
              <a:t>Decision making</a:t>
            </a:r>
          </a:p>
          <a:p>
            <a:pPr/>
            <a:r>
              <a:t>Action selection</a:t>
            </a:r>
          </a:p>
          <a:p>
            <a:pPr/>
            <a:r>
              <a:t>Memory</a:t>
            </a:r>
          </a:p>
          <a:p>
            <a:pPr/>
            <a:r>
              <a:t>Communication interface</a:t>
            </a:r>
          </a:p>
          <a:p>
            <a:pPr/>
            <a:r>
              <a:t>Environment model</a:t>
            </a:r>
          </a:p>
          <a:p>
            <a:pPr/>
            <a:r>
              <a:t>Goal representation</a:t>
            </a:r>
          </a:p>
          <a:p>
            <a:pPr/>
            <a:r>
              <a:t>Utility function</a:t>
            </a:r>
          </a:p>
          <a:p>
            <a:pPr/>
            <a:r>
              <a:t>Feedback loop</a:t>
            </a:r>
          </a:p>
          <a:p>
            <a:pPr/>
            <a:r>
              <a:t>Monitoring</a:t>
            </a:r>
          </a:p>
          <a:p>
            <a:pPr/>
            <a:r>
              <a:t>Adaptation</a:t>
            </a:r>
          </a:p>
          <a:p>
            <a:pPr/>
            <a:r>
              <a:t>Security</a:t>
            </a:r>
          </a:p>
          <a:p>
            <a:pPr/>
            <a:r>
              <a:t>Ethics module</a:t>
            </a:r>
          </a:p>
          <a:p>
            <a:pPr/>
            <a:r>
              <a:t>User interface</a:t>
            </a:r>
          </a:p>
          <a:p>
            <a:pPr/>
            <a:r>
              <a:t>Logging</a:t>
            </a:r>
          </a:p>
          <a:p>
            <a:pPr/>
            <a:r>
              <a:t>Performance metrics</a:t>
            </a:r>
          </a:p>
          <a:p>
            <a:pPr/>
            <a:r>
              <a:t>Scalability</a:t>
            </a:r>
          </a:p>
          <a:p>
            <a:pPr/>
            <a:r>
              <a:t>Types of agents</a:t>
            </a:r>
          </a:p>
          <a:p>
            <a:pPr/>
            <a:r>
              <a:t>Simple reflex agents</a:t>
            </a:r>
          </a:p>
          <a:p>
            <a:pPr/>
            <a:r>
              <a:t>Model-based agents</a:t>
            </a:r>
          </a:p>
          <a:p>
            <a:pPr/>
            <a:r>
              <a:t>Goal-based agents</a:t>
            </a:r>
          </a:p>
          <a:p>
            <a:pPr/>
            <a:r>
              <a:t>Utility-based agents</a:t>
            </a:r>
          </a:p>
          <a:p>
            <a:pPr/>
            <a:r>
              <a:t>Definition</a:t>
            </a:r>
          </a:p>
          <a:p>
            <a:pPr/>
            <a:r>
              <a:t>Benefits</a:t>
            </a:r>
          </a:p>
          <a:p>
            <a:pPr/>
            <a:r>
              <a:t>Challenges</a:t>
            </a:r>
          </a:p>
          <a:p>
            <a:pPr/>
            <a:r>
              <a:t>Technical failures</a:t>
            </a:r>
          </a:p>
          <a:p>
            <a:pPr/>
            <a:r>
              <a:t>Communication breakdowns</a:t>
            </a:r>
          </a:p>
          <a:p>
            <a:pPr/>
            <a:r>
              <a:t>Coordination errors</a:t>
            </a:r>
          </a:p>
          <a:p>
            <a:pPr/>
            <a:r>
              <a:t>Security breaches</a:t>
            </a:r>
          </a:p>
          <a:p>
            <a:pPr/>
            <a:r>
              <a:t>Permission misuse</a:t>
            </a:r>
          </a:p>
          <a:p>
            <a:pPr/>
            <a:r>
              <a:t>Ethical violations</a:t>
            </a:r>
          </a:p>
          <a:p>
            <a:pPr/>
            <a:r>
              <a:t>Resource exhaustion</a:t>
            </a:r>
          </a:p>
          <a:p>
            <a:pPr/>
            <a:r>
              <a:t>Learning failures</a:t>
            </a:r>
          </a:p>
          <a:p>
            <a:pPr/>
            <a:r>
              <a:t>Adaptation issues</a:t>
            </a:r>
          </a:p>
          <a:p>
            <a:pPr/>
            <a:r>
              <a:t>User interaction problems</a:t>
            </a:r>
          </a:p>
          <a:p>
            <a:pPr/>
            <a:r>
              <a:t>Environmental changes</a:t>
            </a:r>
          </a:p>
          <a:p>
            <a:pPr/>
            <a:r>
              <a:t>Goal conflicts</a:t>
            </a:r>
          </a:p>
          <a:p>
            <a:pPr/>
            <a:r>
              <a:t>Trust erosion</a:t>
            </a:r>
          </a:p>
          <a:p>
            <a:pPr/>
            <a:r>
              <a:t>Bias in agents</a:t>
            </a:r>
          </a:p>
          <a:p>
            <a:pPr/>
            <a:r>
              <a:t>Lack of transparency</a:t>
            </a:r>
          </a:p>
          <a:p>
            <a:pPr/>
            <a:r>
              <a:t>Accountability gaps</a:t>
            </a:r>
          </a:p>
          <a:p>
            <a:pPr/>
            <a:r>
              <a:t>Regulatory non-compliance</a:t>
            </a:r>
          </a:p>
          <a:p>
            <a:pPr/>
            <a:r>
              <a:t>Scalability limits</a:t>
            </a:r>
          </a:p>
          <a:p>
            <a:pPr/>
            <a:r>
              <a:t>Integration failures</a:t>
            </a:r>
          </a:p>
          <a:p>
            <a:pPr/>
            <a:r>
              <a:t>Maintenance issues</a:t>
            </a:r>
          </a:p>
          <a:p>
            <a:pPr/>
            <a:r>
              <a:t>Evolution problems</a:t>
            </a:r>
          </a:p>
          <a:p>
            <a:pPr/>
            <a:r>
              <a:t>Human oversight</a:t>
            </a:r>
          </a:p>
          <a:p>
            <a:pPr/>
            <a:r>
              <a:t>Monitoring deficiencies</a:t>
            </a:r>
          </a:p>
          <a:p>
            <a:pPr/>
            <a:r>
              <a:t>Recovery mechanisms</a:t>
            </a:r>
          </a:p>
          <a:p>
            <a:pPr/>
            <a:r>
              <a:t>Prevention strategies</a:t>
            </a:r>
          </a:p>
          <a:p>
            <a:pPr/>
            <a:r>
              <a:t>Best practices</a:t>
            </a:r>
          </a:p>
          <a:p>
            <a:pPr/>
            <a:r>
              <a:t>Communication protocols</a:t>
            </a:r>
          </a:p>
          <a:p>
            <a:pPr/>
            <a:r>
              <a:t>Negotiation</a:t>
            </a:r>
          </a:p>
          <a:p>
            <a:pPr/>
            <a:r>
              <a:t>Cooperation</a:t>
            </a:r>
          </a:p>
          <a:p>
            <a:pPr/>
            <a:r>
              <a:t>Competition</a:t>
            </a:r>
          </a:p>
          <a:p>
            <a:pPr/>
            <a:r>
              <a:t>Distributed problem solving</a:t>
            </a:r>
          </a:p>
          <a:p>
            <a:pPr/>
            <a:r>
              <a:t>Swarm intelligence</a:t>
            </a:r>
          </a:p>
          <a:p>
            <a:pPr/>
            <a:r>
              <a:t>Agent societies</a:t>
            </a:r>
          </a:p>
          <a:p>
            <a:pPr/>
            <a:r>
              <a:t>Norms and rules</a:t>
            </a:r>
          </a:p>
          <a:p>
            <a:pPr/>
            <a:r>
              <a:t>Trust and reputation</a:t>
            </a:r>
          </a:p>
          <a:p>
            <a:pPr/>
            <a:r>
              <a:t>Fault tolerance</a:t>
            </a:r>
          </a:p>
          <a:p>
            <a:pPr/>
            <a:r>
              <a:t>Scalability</a:t>
            </a:r>
          </a:p>
          <a:p>
            <a:pPr/>
            <a:r>
              <a:t>Applications</a:t>
            </a:r>
          </a:p>
          <a:p>
            <a:pPr/>
            <a:r>
              <a:t>Examples</a:t>
            </a:r>
          </a:p>
          <a:p>
            <a:pPr/>
            <a:r>
              <a:t>Design patterns</a:t>
            </a:r>
          </a:p>
          <a:p>
            <a:pPr/>
            <a:r>
              <a:t>Simulation tools</a:t>
            </a:r>
          </a:p>
          <a:p>
            <a:pPr/>
            <a:r>
              <a:t>Evaluation</a:t>
            </a:r>
          </a:p>
          <a:p>
            <a:pPr/>
            <a:r>
              <a:t>Future research</a:t>
            </a:r>
          </a:p>
          <a:p>
            <a:pPr/>
            <a:r>
              <a:t>Ethical considerations</a:t>
            </a:r>
          </a:p>
          <a:p>
            <a:pPr/>
            <a:r>
              <a:t>Governance</a:t>
            </a:r>
          </a:p>
          <a:p>
            <a:pPr/>
            <a:r>
              <a:t>Interoperability</a:t>
            </a:r>
          </a:p>
          <a:p>
            <a:pPr/>
            <a:r>
              <a:t>Standards</a:t>
            </a:r>
          </a:p>
          <a:p>
            <a:pPr/>
            <a:r>
              <a:t>Real-world deployments</a:t>
            </a:r>
          </a:p>
          <a:p>
            <a:pPr/>
            <a:r>
              <a:t>Multi-agent systems</a:t>
            </a:r>
          </a:p>
          <a:p>
            <a:pPr/>
            <a:r>
              <a:t>Agent architectures</a:t>
            </a:r>
          </a:p>
          <a:p>
            <a:pPr/>
            <a:r>
              <a:t>Agent communication</a:t>
            </a:r>
          </a:p>
          <a:p>
            <a:pPr/>
            <a:r>
              <a:t>Agent coordination</a:t>
            </a:r>
          </a:p>
          <a:p>
            <a:pPr/>
            <a:r>
              <a:t>Applications</a:t>
            </a:r>
          </a:p>
          <a:p>
            <a:pPr/>
            <a:r>
              <a:t>Examples: Chatbots, robots</a:t>
            </a:r>
          </a:p>
          <a:p>
            <a:pPr/>
            <a:r>
              <a:t>Benefits</a:t>
            </a:r>
          </a:p>
          <a:p>
            <a:pPr/>
            <a:r>
              <a:t>Challenges</a:t>
            </a:r>
          </a:p>
          <a:p>
            <a:pPr/>
            <a:r>
              <a:t>Ethics</a:t>
            </a:r>
          </a:p>
          <a:p>
            <a:pPr/>
            <a:r>
              <a:t>Future</a:t>
            </a:r>
          </a:p>
          <a:p>
            <a:pPr/>
            <a:r>
              <a:t>Agent development</a:t>
            </a:r>
          </a:p>
          <a:p>
            <a:pPr/>
            <a:r>
              <a:t>Resource constraints</a:t>
            </a:r>
          </a:p>
          <a:p>
            <a:pPr/>
            <a:r>
              <a:t>User acceptance</a:t>
            </a:r>
          </a:p>
          <a:p>
            <a:pPr/>
            <a:r>
              <a:t>Technical complexity</a:t>
            </a:r>
          </a:p>
          <a:p>
            <a:pPr/>
            <a:r>
              <a:t>Data quality</a:t>
            </a:r>
          </a:p>
          <a:p>
            <a:pPr/>
            <a:r>
              <a:t>Ethical issues</a:t>
            </a:r>
          </a:p>
          <a:p>
            <a:pPr/>
            <a:r>
              <a:t>Regulatory compliance</a:t>
            </a:r>
          </a:p>
          <a:p>
            <a:pPr/>
            <a:r>
              <a:t>Interoperability</a:t>
            </a:r>
          </a:p>
          <a:p>
            <a:pPr/>
            <a:r>
              <a:t>Maintenance</a:t>
            </a:r>
          </a:p>
          <a:p>
            <a:pPr/>
            <a:r>
              <a:t>Evolution</a:t>
            </a:r>
          </a:p>
          <a:p>
            <a:pPr/>
            <a:r>
              <a:t>Evaluation</a:t>
            </a:r>
          </a:p>
          <a:p>
            <a:pPr/>
            <a:r>
              <a:t>Adoption barriers</a:t>
            </a:r>
          </a:p>
          <a:p>
            <a:pPr/>
            <a:r>
              <a:t>Cost</a:t>
            </a:r>
          </a:p>
          <a:p>
            <a:pPr/>
            <a:r>
              <a:t>Skill gaps</a:t>
            </a:r>
          </a:p>
          <a:p>
            <a:pPr/>
            <a:r>
              <a:t>Data poisoning: Malicious data injection</a:t>
            </a:r>
          </a:p>
          <a:p>
            <a:pPr/>
            <a:r>
              <a:t>Adversarial attacks: Inputs designed to fool the model</a:t>
            </a:r>
          </a:p>
          <a:p>
            <a:pPr/>
            <a:r>
              <a:t>Lack of explainability: Black box models</a:t>
            </a:r>
          </a:p>
          <a:p>
            <a:pPr/>
            <a:r>
              <a:t>Privacy breaches: Data leakage</a:t>
            </a:r>
          </a:p>
          <a:p>
            <a:pPr/>
            <a:r>
              <a:t>Scalability issues: Performance degrades with scale</a:t>
            </a:r>
          </a:p>
          <a:p>
            <a:pPr/>
            <a:r>
              <a:t>Resource intensive: High computational costs</a:t>
            </a:r>
          </a:p>
          <a:p>
            <a:pPr/>
            <a:r>
              <a:t>Ethical failures: Harmful applications</a:t>
            </a:r>
          </a:p>
          <a:p>
            <a:pPr/>
            <a:r>
              <a:t>Misuse: Weaponization of AI</a:t>
            </a:r>
          </a:p>
          <a:p>
            <a:pPr/>
            <a:r>
              <a:t>Dependency: Over-reliance on AI</a:t>
            </a:r>
          </a:p>
          <a:p>
            <a:pPr/>
            <a:r>
              <a:t>Job displacement without retraining</a:t>
            </a:r>
          </a:p>
          <a:p>
            <a:pPr/>
            <a:r>
              <a:t>Inequality: Access disparities</a:t>
            </a:r>
          </a:p>
          <a:p>
            <a:pPr/>
            <a:r>
              <a:t>Security vulnerabilities: Hacking AI systems</a:t>
            </a:r>
          </a:p>
          <a:p>
            <a:pPr/>
            <a:r>
              <a:t>Regulatory non-compliance</a:t>
            </a:r>
          </a:p>
          <a:p>
            <a:pPr/>
            <a:r>
              <a:t>Lack of transparency</a:t>
            </a:r>
          </a:p>
          <a:p>
            <a:pPr/>
            <a:r>
              <a:t>Unintended consequences</a:t>
            </a:r>
          </a:p>
          <a:p>
            <a:pPr/>
            <a:r>
              <a:t>System failures: Downtime, errors</a:t>
            </a:r>
          </a:p>
          <a:p>
            <a:pPr/>
            <a:r>
              <a:t>Human error in AI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22: Cognitive Debt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23: AI Privacy Spectrum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31: Chapter 7 - Knowledge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32: Knowledge ROI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33: Knowledge-Context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34: Making PKM AI-Ready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46: Chapter 10 - What is Context Engineering?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47: Context Properties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48-50: Context Problems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51: Implementing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61: Chapter 14 - What Are AI Agents?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62: Agent Anatomy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63: Multi-Agent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64: Agent Failure Modes &amp; 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76: Building Great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Skill definition</a:t>
            </a:r>
          </a:p>
          <a:p>
            <a:pPr/>
            <a:r>
              <a:t>Requirements analysis</a:t>
            </a:r>
          </a:p>
          <a:p>
            <a:pPr/>
            <a:r>
              <a:t>Design principles</a:t>
            </a:r>
          </a:p>
          <a:p>
            <a:pPr/>
            <a:r>
              <a:t>Development process</a:t>
            </a:r>
          </a:p>
          <a:p>
            <a:pPr/>
            <a:r>
              <a:t>Testing</a:t>
            </a:r>
          </a:p>
          <a:p>
            <a:pPr/>
            <a:r>
              <a:t>Validation</a:t>
            </a:r>
          </a:p>
          <a:p>
            <a:pPr/>
            <a:r>
              <a:t>Deployment</a:t>
            </a:r>
          </a:p>
          <a:p>
            <a:pPr/>
            <a:r>
              <a:t>Monitoring</a:t>
            </a:r>
          </a:p>
          <a:p>
            <a:pPr/>
            <a:r>
              <a:t>Maintenance</a:t>
            </a:r>
          </a:p>
          <a:p>
            <a:pPr/>
            <a:r>
              <a:t>Versioning</a:t>
            </a:r>
          </a:p>
          <a:p>
            <a:pPr/>
            <a:r>
              <a:t>Documentation</a:t>
            </a:r>
          </a:p>
          <a:p>
            <a:pPr/>
            <a:r>
              <a:t>Reusability</a:t>
            </a:r>
          </a:p>
          <a:p>
            <a:pPr/>
            <a:r>
              <a:t>Modularity</a:t>
            </a:r>
          </a:p>
          <a:p>
            <a:pPr/>
            <a:r>
              <a:t>Interoperability</a:t>
            </a:r>
          </a:p>
          <a:p>
            <a:pPr/>
            <a:r>
              <a:t>Security</a:t>
            </a:r>
          </a:p>
          <a:p>
            <a:pPr/>
            <a:r>
              <a:t>Performance</a:t>
            </a:r>
          </a:p>
          <a:p>
            <a:pPr/>
            <a:r>
              <a:t>Scalability</a:t>
            </a:r>
          </a:p>
          <a:p>
            <a:pPr/>
            <a:r>
              <a:t>User experience</a:t>
            </a:r>
          </a:p>
          <a:p>
            <a:pPr/>
            <a:r>
              <a:t>Ethics</a:t>
            </a:r>
          </a:p>
          <a:p>
            <a:pPr/>
            <a:r>
              <a:t>Best practices</a:t>
            </a:r>
          </a:p>
          <a:p>
            <a:pPr/>
            <a:r>
              <a:t>Tools</a:t>
            </a:r>
          </a:p>
          <a:p>
            <a:pPr/>
            <a:r>
              <a:t>Frameworks</a:t>
            </a:r>
          </a:p>
          <a:p>
            <a:pPr/>
            <a:r>
              <a:t>Case studies</a:t>
            </a:r>
          </a:p>
          <a:p>
            <a:pPr/>
            <a:r>
              <a:t>Challenges</a:t>
            </a:r>
          </a:p>
          <a:p>
            <a:pPr/>
            <a:r>
              <a:t>Future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77: Distribution &amp; Portability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Distribution channels</a:t>
            </a:r>
          </a:p>
          <a:p>
            <a:pPr/>
            <a:r>
              <a:t>Packaging</a:t>
            </a:r>
          </a:p>
          <a:p>
            <a:pPr/>
            <a:r>
              <a:t>Deployment options</a:t>
            </a:r>
          </a:p>
          <a:p>
            <a:pPr/>
            <a:r>
              <a:t>Threat modeling</a:t>
            </a:r>
          </a:p>
          <a:p>
            <a:pPr/>
            <a:r>
              <a:t>Authentication</a:t>
            </a:r>
          </a:p>
          <a:p>
            <a:pPr/>
            <a:r>
              <a:t>Authorization</a:t>
            </a:r>
          </a:p>
          <a:p>
            <a:pPr/>
            <a:r>
              <a:t>Encryption</a:t>
            </a:r>
          </a:p>
          <a:p>
            <a:pPr/>
            <a:r>
              <a:t>Secure communication</a:t>
            </a:r>
          </a:p>
          <a:p>
            <a:pPr/>
            <a:r>
              <a:t>Data protection</a:t>
            </a:r>
          </a:p>
          <a:p>
            <a:pPr/>
            <a:r>
              <a:t>Access controls</a:t>
            </a:r>
          </a:p>
          <a:p>
            <a:pPr/>
            <a:r>
              <a:t>Auditing</a:t>
            </a:r>
          </a:p>
          <a:p>
            <a:pPr/>
            <a:r>
              <a:t>Logging</a:t>
            </a:r>
          </a:p>
          <a:p>
            <a:pPr/>
            <a:r>
              <a:t>Incident response</a:t>
            </a:r>
          </a:p>
          <a:p>
            <a:pPr/>
            <a:r>
              <a:t>Vulnerability management</a:t>
            </a:r>
          </a:p>
          <a:p>
            <a:pPr/>
            <a:r>
              <a:t>Penetration testing</a:t>
            </a:r>
          </a:p>
          <a:p>
            <a:pPr/>
            <a:r>
              <a:t>Secure coding</a:t>
            </a:r>
          </a:p>
          <a:p>
            <a:pPr/>
            <a:r>
              <a:t>AI-specific threats</a:t>
            </a:r>
          </a:p>
          <a:p>
            <a:pPr/>
            <a:r>
              <a:t>Adversarial attacks</a:t>
            </a:r>
          </a:p>
          <a:p>
            <a:pPr/>
            <a:r>
              <a:t>Data poisoning</a:t>
            </a:r>
          </a:p>
          <a:p>
            <a:pPr/>
            <a:r>
              <a:t>Model inversion</a:t>
            </a:r>
          </a:p>
          <a:p>
            <a:pPr/>
            <a:r>
              <a:t>Membership inference</a:t>
            </a:r>
          </a:p>
          <a:p>
            <a:pPr/>
            <a:r>
              <a:t>Evasion attacks</a:t>
            </a:r>
          </a:p>
          <a:p>
            <a:pPr/>
            <a:r>
              <a:t>Backdoor attacks</a:t>
            </a:r>
          </a:p>
          <a:p>
            <a:pPr/>
            <a:r>
              <a:t>Secure AI development</a:t>
            </a:r>
          </a:p>
          <a:p>
            <a:pPr/>
            <a:r>
              <a:t>Privacy-preserving AI</a:t>
            </a:r>
          </a:p>
          <a:p>
            <a:pPr/>
            <a:r>
              <a:t>Federated learning</a:t>
            </a:r>
          </a:p>
          <a:p>
            <a:pPr/>
            <a:r>
              <a:t>Differential privacy</a:t>
            </a:r>
          </a:p>
          <a:p>
            <a:pPr/>
            <a:r>
              <a:t>Homomorphic encryption</a:t>
            </a:r>
          </a:p>
          <a:p>
            <a:pPr/>
            <a:r>
              <a:t>Zero-trust architecture</a:t>
            </a:r>
          </a:p>
          <a:p>
            <a:pPr/>
            <a:r>
              <a:t>Compliance</a:t>
            </a:r>
          </a:p>
          <a:p>
            <a:pPr/>
            <a:r>
              <a:t>Regulatory frameworks</a:t>
            </a:r>
          </a:p>
          <a:p>
            <a:pPr/>
            <a:r>
              <a:t>Best practices</a:t>
            </a:r>
          </a:p>
          <a:p>
            <a:pPr/>
            <a:r>
              <a:t>Containerization</a:t>
            </a:r>
          </a:p>
          <a:p>
            <a:pPr/>
            <a:r>
              <a:t>APIs</a:t>
            </a:r>
          </a:p>
          <a:p>
            <a:pPr/>
            <a:r>
              <a:t>SDKs</a:t>
            </a:r>
          </a:p>
          <a:p>
            <a:pPr/>
            <a:r>
              <a:t>Purpose</a:t>
            </a:r>
          </a:p>
          <a:p>
            <a:pPr/>
            <a:r>
              <a:t>Structure</a:t>
            </a:r>
          </a:p>
          <a:p>
            <a:pPr/>
            <a:r>
              <a:t>Key elements</a:t>
            </a:r>
          </a:p>
          <a:p>
            <a:pPr/>
            <a:r>
              <a:t>Definition of PCM</a:t>
            </a:r>
          </a:p>
          <a:p>
            <a:pPr/>
            <a:r>
              <a:t>Benefits</a:t>
            </a:r>
          </a:p>
          <a:p>
            <a:pPr/>
            <a:r>
              <a:t>Implementation</a:t>
            </a:r>
          </a:p>
          <a:p>
            <a:pPr/>
            <a:r>
              <a:t>Tools</a:t>
            </a:r>
          </a:p>
          <a:p>
            <a:pPr/>
            <a:r>
              <a:t>Challenges</a:t>
            </a:r>
          </a:p>
          <a:p>
            <a:pPr/>
            <a:r>
              <a:t>TCM definition</a:t>
            </a:r>
          </a:p>
          <a:p>
            <a:pPr/>
            <a:r>
              <a:t>Team collaboration</a:t>
            </a:r>
          </a:p>
          <a:p>
            <a:pPr/>
            <a:r>
              <a:t>Knowledge sharing</a:t>
            </a:r>
          </a:p>
          <a:p>
            <a:pPr/>
            <a:r>
              <a:t>Coordination</a:t>
            </a:r>
          </a:p>
          <a:p>
            <a:pPr/>
            <a:r>
              <a:t>ECM for organizations</a:t>
            </a:r>
          </a:p>
          <a:p>
            <a:pPr/>
            <a:r>
              <a:t>Governance</a:t>
            </a:r>
          </a:p>
          <a:p>
            <a:pPr/>
            <a:r>
              <a:t>Scalability</a:t>
            </a:r>
          </a:p>
          <a:p>
            <a:pPr/>
            <a:r>
              <a:t>Integration</a:t>
            </a:r>
          </a:p>
          <a:p>
            <a:pPr/>
            <a:r>
              <a:t>Security</a:t>
            </a:r>
          </a:p>
          <a:p>
            <a:pPr/>
            <a:r>
              <a:t>Compliance</a:t>
            </a:r>
          </a:p>
          <a:p>
            <a:pPr/>
            <a:r>
              <a:t>Case studies</a:t>
            </a:r>
          </a:p>
          <a:p>
            <a:pPr/>
            <a:r>
              <a:t>ROI</a:t>
            </a:r>
          </a:p>
          <a:p>
            <a:pPr/>
            <a:r>
              <a:t>Adoption strategies</a:t>
            </a:r>
          </a:p>
          <a:p>
            <a:pPr/>
            <a:r>
              <a:t>Training</a:t>
            </a:r>
          </a:p>
          <a:p>
            <a:pPr/>
            <a:r>
              <a:t>Metrics</a:t>
            </a:r>
          </a:p>
          <a:p>
            <a:pPr/>
            <a:r>
              <a:t>Future trends</a:t>
            </a:r>
          </a:p>
          <a:p>
            <a:pPr/>
            <a:r>
              <a:t>Comparison</a:t>
            </a:r>
          </a:p>
          <a:p>
            <a:pPr/>
            <a:r>
              <a:t>Best practices</a:t>
            </a:r>
          </a:p>
          <a:p>
            <a:pPr/>
            <a:r>
              <a:t>Frameworks</a:t>
            </a:r>
          </a:p>
          <a:p>
            <a:pPr/>
            <a:r>
              <a:t>Tools</a:t>
            </a:r>
          </a:p>
          <a:p>
            <a:pPr/>
            <a:r>
              <a:t>Challenges</a:t>
            </a:r>
          </a:p>
          <a:p>
            <a:pPr/>
            <a:r>
              <a:t>Solutions</a:t>
            </a:r>
          </a:p>
          <a:p>
            <a:pPr/>
            <a:r>
              <a:t>Ethics</a:t>
            </a:r>
          </a:p>
          <a:p>
            <a:pPr/>
            <a:r>
              <a:t>Privacy</a:t>
            </a:r>
          </a:p>
          <a:p>
            <a:pPr/>
            <a:r>
              <a:t>Interoperability</a:t>
            </a:r>
          </a:p>
          <a:p>
            <a:pPr/>
            <a:r>
              <a:t>Standards</a:t>
            </a:r>
          </a:p>
          <a:p>
            <a:pPr/>
            <a:r>
              <a:t>Assessment</a:t>
            </a:r>
          </a:p>
          <a:p>
            <a:pPr/>
            <a:r>
              <a:t>Planning</a:t>
            </a:r>
          </a:p>
          <a:p>
            <a:pPr/>
            <a:r>
              <a:t>Pilot</a:t>
            </a:r>
          </a:p>
          <a:p>
            <a:pPr/>
            <a:r>
              <a:t>Governance framework</a:t>
            </a:r>
          </a:p>
          <a:p>
            <a:pPr/>
            <a:r>
              <a:t>Policies</a:t>
            </a:r>
          </a:p>
          <a:p>
            <a:pPr/>
            <a:r>
              <a:t>Roles and responsibilities</a:t>
            </a:r>
          </a:p>
          <a:p>
            <a:pPr/>
            <a:r>
              <a:t>Ethics committee</a:t>
            </a:r>
          </a:p>
          <a:p>
            <a:pPr/>
            <a:r>
              <a:t>Risk assessment</a:t>
            </a:r>
          </a:p>
          <a:p>
            <a:pPr/>
            <a:r>
              <a:t>Compliance</a:t>
            </a:r>
          </a:p>
          <a:p>
            <a:pPr/>
            <a:r>
              <a:t>Auditing</a:t>
            </a:r>
          </a:p>
          <a:p>
            <a:pPr/>
            <a:r>
              <a:t>Transparency</a:t>
            </a:r>
          </a:p>
          <a:p>
            <a:pPr/>
            <a:r>
              <a:t>Accountability</a:t>
            </a:r>
          </a:p>
          <a:p>
            <a:pPr/>
            <a:r>
              <a:t>Data governance</a:t>
            </a:r>
          </a:p>
          <a:p>
            <a:pPr/>
            <a:r>
              <a:t>Model governance</a:t>
            </a:r>
          </a:p>
          <a:p>
            <a:pPr/>
            <a:r>
              <a:t>Deployment governance</a:t>
            </a:r>
          </a:p>
          <a:p>
            <a:pPr/>
            <a:r>
              <a:t>Monitoring</a:t>
            </a:r>
          </a:p>
          <a:p>
            <a:pPr/>
            <a:r>
              <a:t>Incident response</a:t>
            </a:r>
          </a:p>
          <a:p>
            <a:pPr/>
            <a:r>
              <a:t>Training</a:t>
            </a:r>
          </a:p>
          <a:p>
            <a:pPr/>
            <a:r>
              <a:t>Culture</a:t>
            </a:r>
          </a:p>
          <a:p>
            <a:pPr/>
            <a:r>
              <a:t>Leadership</a:t>
            </a:r>
          </a:p>
          <a:p>
            <a:pPr/>
            <a:r>
              <a:t>Metrics</a:t>
            </a:r>
          </a:p>
          <a:p>
            <a:pPr/>
            <a:r>
              <a:t>Reporting</a:t>
            </a:r>
          </a:p>
          <a:p>
            <a:pPr/>
            <a:r>
              <a:t>Standards</a:t>
            </a:r>
          </a:p>
          <a:p>
            <a:pPr/>
            <a:r>
              <a:t>Best practices</a:t>
            </a:r>
          </a:p>
          <a:p>
            <a:pPr/>
            <a:r>
              <a:t>Tools</a:t>
            </a:r>
          </a:p>
          <a:p>
            <a:pPr/>
            <a:r>
              <a:t>Challenges</a:t>
            </a:r>
          </a:p>
          <a:p>
            <a:pPr/>
            <a:r>
              <a:t>Case studies</a:t>
            </a:r>
          </a:p>
          <a:p>
            <a:pPr/>
            <a:r>
              <a:t>Future</a:t>
            </a:r>
          </a:p>
          <a:p>
            <a:pPr/>
            <a:r>
              <a:t>Global standards</a:t>
            </a:r>
          </a:p>
          <a:p>
            <a:pPr/>
            <a:r>
              <a:t>Regulatory landscape</a:t>
            </a:r>
          </a:p>
          <a:p>
            <a:pPr/>
            <a:r>
              <a:t>Innovation balance</a:t>
            </a:r>
          </a:p>
          <a:p>
            <a:pPr/>
            <a:r>
              <a:t>Training</a:t>
            </a:r>
          </a:p>
          <a:p>
            <a:pPr/>
            <a:r>
              <a:t>Change management</a:t>
            </a:r>
          </a:p>
          <a:p>
            <a:pPr/>
            <a:r>
              <a:t>Monitoring</a:t>
            </a:r>
          </a:p>
          <a:p>
            <a:pPr/>
            <a:r>
              <a:t>Evaluation</a:t>
            </a:r>
          </a:p>
          <a:p>
            <a:pPr/>
            <a:r>
              <a:t>Scaling</a:t>
            </a:r>
          </a:p>
          <a:p>
            <a:pPr/>
            <a:r>
              <a:t>Optimization</a:t>
            </a:r>
          </a:p>
          <a:p>
            <a:pPr/>
            <a:r>
              <a:t>Support</a:t>
            </a:r>
          </a:p>
          <a:p>
            <a:pPr/>
            <a:r>
              <a:t>Governance</a:t>
            </a:r>
          </a:p>
          <a:p>
            <a:pPr/>
            <a:r>
              <a:t>Risk management</a:t>
            </a:r>
          </a:p>
          <a:p>
            <a:pPr/>
            <a:r>
              <a:t>Budgeting</a:t>
            </a:r>
          </a:p>
          <a:p>
            <a:pPr/>
            <a:r>
              <a:t>Timeline</a:t>
            </a:r>
          </a:p>
          <a:p>
            <a:pPr/>
            <a:r>
              <a:t>Stakeholders</a:t>
            </a:r>
          </a:p>
          <a:p>
            <a:pPr/>
            <a:r>
              <a:t>Communication</a:t>
            </a:r>
          </a:p>
          <a:p>
            <a:pPr/>
            <a:r>
              <a:t>Metrics</a:t>
            </a:r>
          </a:p>
          <a:p>
            <a:pPr/>
            <a:r>
              <a:t>Success criteria</a:t>
            </a:r>
          </a:p>
          <a:p>
            <a:pPr/>
            <a:r>
              <a:t>Lessons learned</a:t>
            </a:r>
          </a:p>
          <a:p>
            <a:pPr/>
            <a:r>
              <a:t>Continuous improvement</a:t>
            </a:r>
          </a:p>
          <a:p>
            <a:pPr/>
            <a:r>
              <a:t>Future planning</a:t>
            </a:r>
          </a:p>
          <a:p>
            <a:pPr/>
            <a:r>
              <a:t>Resources</a:t>
            </a:r>
          </a:p>
          <a:p>
            <a:pPr/>
            <a:r>
              <a:t>Tools</a:t>
            </a:r>
          </a:p>
          <a:p>
            <a:pPr/>
            <a:r>
              <a:t>Best practices</a:t>
            </a:r>
          </a:p>
          <a:p>
            <a:pPr/>
            <a:r>
              <a:t>Challenges</a:t>
            </a:r>
          </a:p>
          <a:p>
            <a:pPr/>
            <a:r>
              <a:t>Case studies</a:t>
            </a:r>
          </a:p>
          <a:p>
            <a:pPr/>
            <a:r>
              <a:t>Leadership</a:t>
            </a:r>
          </a:p>
          <a:p>
            <a:pPr/>
            <a:r>
              <a:t>Culture</a:t>
            </a:r>
          </a:p>
          <a:p>
            <a:pPr/>
            <a:r>
              <a:t>Technology stack</a:t>
            </a:r>
          </a:p>
          <a:p>
            <a:pPr/>
            <a:r>
              <a:t>Success factors</a:t>
            </a:r>
          </a:p>
          <a:p>
            <a:pPr/>
            <a:r>
              <a:t>Pitfalls</a:t>
            </a:r>
          </a:p>
          <a:p>
            <a:pPr/>
            <a:r>
              <a:t>Evolution</a:t>
            </a:r>
          </a:p>
          <a:p>
            <a:pPr/>
            <a:r>
              <a:t>Task specification</a:t>
            </a:r>
          </a:p>
          <a:p>
            <a:pPr/>
            <a:r>
              <a:t>Constraints</a:t>
            </a:r>
          </a:p>
          <a:p>
            <a:pPr/>
            <a:r>
              <a:t>Examples</a:t>
            </a:r>
          </a:p>
          <a:p>
            <a:pPr/>
            <a:r>
              <a:t>Tone</a:t>
            </a:r>
          </a:p>
          <a:p>
            <a:pPr/>
            <a:r>
              <a:t>Length</a:t>
            </a:r>
          </a:p>
          <a:p>
            <a:pPr/>
            <a:r>
              <a:t>Format</a:t>
            </a:r>
          </a:p>
          <a:p>
            <a:pPr/>
            <a:r>
              <a:t>Iteration</a:t>
            </a:r>
          </a:p>
          <a:p>
            <a:pPr/>
            <a:r>
              <a:t>Testing</a:t>
            </a:r>
          </a:p>
          <a:p>
            <a:pPr/>
            <a:r>
              <a:t>Refinement</a:t>
            </a:r>
          </a:p>
          <a:p>
            <a:pPr/>
            <a:r>
              <a:t>Best practices</a:t>
            </a:r>
          </a:p>
          <a:p>
            <a:pPr/>
            <a:r>
              <a:t>Common mistakes</a:t>
            </a:r>
          </a:p>
          <a:p>
            <a:pPr/>
            <a:r>
              <a:t>Tools</a:t>
            </a:r>
          </a:p>
          <a:p>
            <a:pPr/>
            <a:r>
              <a:t>Applications</a:t>
            </a:r>
          </a:p>
          <a:p>
            <a:pPr/>
            <a:r>
              <a:t>Personalization</a:t>
            </a:r>
          </a:p>
          <a:p>
            <a:pPr/>
            <a:r>
              <a:t>Ethics</a:t>
            </a:r>
          </a:p>
          <a:p>
            <a:pPr/>
            <a:r>
              <a:t>Transparency</a:t>
            </a:r>
          </a:p>
          <a:p>
            <a:pPr/>
            <a:r>
              <a:t>Accountability</a:t>
            </a:r>
          </a:p>
          <a:p>
            <a:pPr/>
            <a:r>
              <a:t>Future</a:t>
            </a:r>
          </a:p>
          <a:p>
            <a:pPr/>
            <a:r>
              <a:t>Case studies</a:t>
            </a:r>
          </a:p>
          <a:p>
            <a:pPr/>
            <a:r>
              <a:t>Resources</a:t>
            </a:r>
          </a:p>
          <a:p>
            <a:pPr/>
            <a:r>
              <a:t>Licensing</a:t>
            </a:r>
          </a:p>
          <a:p>
            <a:pPr/>
            <a:r>
              <a:t>Monetization</a:t>
            </a:r>
          </a:p>
          <a:p>
            <a:pPr/>
            <a:r>
              <a:t>Portability across platforms</a:t>
            </a:r>
          </a:p>
          <a:p>
            <a:pPr/>
            <a:r>
              <a:t>Cross-platform compatibility</a:t>
            </a:r>
          </a:p>
          <a:p>
            <a:pPr/>
            <a:r>
              <a:t>Migration tools</a:t>
            </a:r>
          </a:p>
          <a:p>
            <a:pPr/>
            <a:r>
              <a:t>Version control</a:t>
            </a:r>
          </a:p>
          <a:p>
            <a:pPr/>
            <a:r>
              <a:t>Update mechanisms</a:t>
            </a:r>
          </a:p>
          <a:p>
            <a:pPr/>
            <a:r>
              <a:t>Rollback</a:t>
            </a:r>
          </a:p>
          <a:p>
            <a:pPr/>
            <a:r>
              <a:t>Backup</a:t>
            </a:r>
          </a:p>
          <a:p>
            <a:pPr/>
            <a:r>
              <a:t>Recovery</a:t>
            </a:r>
          </a:p>
          <a:p>
            <a:pPr/>
            <a:r>
              <a:t>Integration</a:t>
            </a:r>
          </a:p>
          <a:p>
            <a:pPr/>
            <a:r>
              <a:t>Customization</a:t>
            </a:r>
          </a:p>
          <a:p>
            <a:pPr/>
            <a:r>
              <a:t>Localization</a:t>
            </a:r>
          </a:p>
          <a:p>
            <a:pPr/>
            <a:r>
              <a:t>Accessibility</a:t>
            </a:r>
          </a:p>
          <a:p>
            <a:pPr/>
            <a:r>
              <a:t>Compliance</a:t>
            </a:r>
          </a:p>
          <a:p>
            <a:pPr/>
            <a:r>
              <a:t>Security in distribution</a:t>
            </a:r>
          </a:p>
          <a:p>
            <a:pPr/>
            <a:r>
              <a:t>User adoption</a:t>
            </a:r>
          </a:p>
          <a:p>
            <a:pPr/>
            <a:r>
              <a:t>Support</a:t>
            </a:r>
          </a:p>
          <a:p>
            <a:pPr/>
            <a:r>
              <a:t>Community</a:t>
            </a:r>
          </a:p>
          <a:p>
            <a:pPr/>
            <a:r>
              <a:t>Open source</a:t>
            </a:r>
          </a:p>
          <a:p>
            <a:pPr/>
            <a:r>
              <a:t>Proprietary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78: Security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91: Chapter 21 - Your AI Master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92: PCM, TCM, ECM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93-94: Practical Adoption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95-97: Enterprise AI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106: Chapter 28 - Safety, Governance &amp;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AI safety principles</a:t>
            </a:r>
          </a:p>
          <a:p>
            <a:pPr/>
            <a:r>
              <a:t>Governance structures</a:t>
            </a:r>
          </a:p>
          <a:p>
            <a:pPr/>
            <a:r>
              <a:t>Ethical frameworks</a:t>
            </a:r>
          </a:p>
          <a:p>
            <a:pPr/>
            <a:r>
              <a:t>Bias mitigation</a:t>
            </a:r>
          </a:p>
          <a:p>
            <a:pPr/>
            <a:r>
              <a:t>Fairness</a:t>
            </a:r>
          </a:p>
          <a:p>
            <a:pPr/>
            <a:r>
              <a:t>Transparency</a:t>
            </a:r>
          </a:p>
          <a:p>
            <a:pPr/>
            <a:r>
              <a:t>Accountability</a:t>
            </a:r>
          </a:p>
          <a:p>
            <a:pPr/>
            <a:r>
              <a:t>Privacy</a:t>
            </a:r>
          </a:p>
          <a:p>
            <a:pPr/>
            <a:r>
              <a:t>Security</a:t>
            </a:r>
          </a:p>
          <a:p>
            <a:pPr/>
            <a:r>
              <a:t>Human oversight</a:t>
            </a:r>
          </a:p>
          <a:p>
            <a:pPr/>
            <a:r>
              <a:t>Regulatory compliance</a:t>
            </a:r>
          </a:p>
          <a:p>
            <a:pPr/>
            <a:r>
              <a:t>Standards</a:t>
            </a:r>
          </a:p>
          <a:p>
            <a:pPr/>
            <a:r>
              <a:t>Auditing</a:t>
            </a:r>
          </a:p>
          <a:p>
            <a:pPr/>
            <a:r>
              <a:t>Risk management</a:t>
            </a:r>
          </a:p>
          <a:p>
            <a:pPr/>
            <a:r>
              <a:t>Incident response</a:t>
            </a:r>
          </a:p>
          <a:p>
            <a:pPr/>
            <a:r>
              <a:t>Responsible AI</a:t>
            </a:r>
          </a:p>
          <a:p>
            <a:pPr/>
            <a:r>
              <a:t>Ethical AI development</a:t>
            </a:r>
          </a:p>
          <a:p>
            <a:pPr/>
            <a:r>
              <a:t>Societal impact</a:t>
            </a:r>
          </a:p>
          <a:p>
            <a:pPr/>
            <a:r>
              <a:t>Global perspectives</a:t>
            </a:r>
          </a:p>
          <a:p>
            <a:pPr/>
            <a:r>
              <a:t>Future regulations</a:t>
            </a:r>
          </a:p>
          <a:p>
            <a:pPr/>
            <a:r>
              <a:t>Industry standards</a:t>
            </a:r>
          </a:p>
          <a:p>
            <a:pPr/>
            <a:r>
              <a:t>Certification</a:t>
            </a:r>
          </a:p>
          <a:p>
            <a:pPr/>
            <a:r>
              <a:t>Education</a:t>
            </a:r>
          </a:p>
          <a:p>
            <a:pPr/>
            <a:r>
              <a:t>Public engagement</a:t>
            </a:r>
          </a:p>
          <a:p>
            <a:pPr/>
            <a:r>
              <a:t>Research</a:t>
            </a:r>
          </a:p>
          <a:p>
            <a:pPr/>
            <a:r>
              <a:t>Collaboration</a:t>
            </a:r>
          </a:p>
          <a:p>
            <a:pPr/>
            <a:r>
              <a:t>Best practices</a:t>
            </a:r>
          </a:p>
          <a:p>
            <a:pPr/>
            <a:r>
              <a:t>Challenges</a:t>
            </a:r>
          </a:p>
          <a:p>
            <a:pPr/>
            <a:r>
              <a:t>Case studies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107: The Agentic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Agentic AI</a:t>
            </a:r>
          </a:p>
          <a:p>
            <a:pPr/>
            <a:r>
              <a:t>Autonomous agents</a:t>
            </a:r>
          </a:p>
          <a:p>
            <a:pPr/>
            <a:r>
              <a:t>Multi-agent systems</a:t>
            </a:r>
          </a:p>
          <a:p>
            <a:pPr/>
            <a:r>
              <a:t>Human-agent collaboration</a:t>
            </a:r>
          </a:p>
          <a:p>
            <a:pPr/>
            <a:r>
              <a:t>IDEs</a:t>
            </a:r>
          </a:p>
          <a:p>
            <a:pPr/>
            <a:r>
              <a:t>Frameworks</a:t>
            </a:r>
          </a:p>
          <a:p>
            <a:pPr/>
            <a:r>
              <a:t>Libraries</a:t>
            </a:r>
          </a:p>
          <a:p>
            <a:pPr/>
            <a:r>
              <a:t>Data layer</a:t>
            </a:r>
          </a:p>
          <a:p>
            <a:pPr/>
            <a:r>
              <a:t>Compute layer</a:t>
            </a:r>
          </a:p>
          <a:p>
            <a:pPr/>
            <a:r>
              <a:t>ML frameworks</a:t>
            </a:r>
          </a:p>
          <a:p>
            <a:pPr/>
            <a:r>
              <a:t>Deployment platforms</a:t>
            </a:r>
          </a:p>
          <a:p>
            <a:pPr/>
            <a:r>
              <a:t>Monitoring tools</a:t>
            </a:r>
          </a:p>
          <a:p>
            <a:pPr/>
            <a:r>
              <a:t>Security</a:t>
            </a:r>
          </a:p>
          <a:p>
            <a:pPr/>
            <a:r>
              <a:t>Governance</a:t>
            </a:r>
          </a:p>
          <a:p>
            <a:pPr/>
            <a:r>
              <a:t>Ethics tools</a:t>
            </a:r>
          </a:p>
          <a:p>
            <a:pPr/>
            <a:r>
              <a:t>Collaboration</a:t>
            </a:r>
          </a:p>
          <a:p>
            <a:pPr/>
            <a:r>
              <a:t>Development environments</a:t>
            </a:r>
          </a:p>
          <a:p>
            <a:pPr/>
            <a:r>
              <a:t>Testing</a:t>
            </a:r>
          </a:p>
          <a:p>
            <a:pPr/>
            <a:r>
              <a:t>Versioning</a:t>
            </a:r>
          </a:p>
          <a:p>
            <a:pPr/>
            <a:r>
              <a:t>Documentation</a:t>
            </a:r>
          </a:p>
          <a:p>
            <a:pPr/>
            <a:r>
              <a:t>APIs</a:t>
            </a:r>
          </a:p>
          <a:p>
            <a:pPr/>
            <a:r>
              <a:t>Integrations</a:t>
            </a:r>
          </a:p>
          <a:p>
            <a:pPr/>
            <a:r>
              <a:t>Scalability</a:t>
            </a:r>
          </a:p>
          <a:p>
            <a:pPr/>
            <a:r>
              <a:t>Performance</a:t>
            </a:r>
          </a:p>
          <a:p>
            <a:pPr/>
            <a:r>
              <a:t>Cost management</a:t>
            </a:r>
          </a:p>
          <a:p>
            <a:pPr/>
            <a:r>
              <a:t>Compliance</a:t>
            </a:r>
          </a:p>
          <a:p>
            <a:pPr/>
            <a:r>
              <a:t>Best practices</a:t>
            </a:r>
          </a:p>
          <a:p>
            <a:pPr/>
            <a:r>
              <a:t>Future tools</a:t>
            </a:r>
          </a:p>
          <a:p>
            <a:pPr/>
            <a:r>
              <a:t>Open source</a:t>
            </a:r>
          </a:p>
          <a:p>
            <a:pPr/>
            <a:r>
              <a:t>Version control</a:t>
            </a:r>
          </a:p>
          <a:p>
            <a:pPr/>
            <a:r>
              <a:t>CI/CD</a:t>
            </a:r>
          </a:p>
          <a:p>
            <a:pPr/>
            <a:r>
              <a:t>Testing tools</a:t>
            </a:r>
          </a:p>
          <a:p>
            <a:pPr/>
            <a:r>
              <a:t>Monitoring</a:t>
            </a:r>
          </a:p>
          <a:p>
            <a:pPr/>
            <a:r>
              <a:t>Documentation</a:t>
            </a:r>
          </a:p>
          <a:p>
            <a:pPr/>
            <a:r>
              <a:t>Collaboration</a:t>
            </a:r>
          </a:p>
          <a:p>
            <a:pPr/>
            <a:r>
              <a:t>APIs</a:t>
            </a:r>
          </a:p>
          <a:p>
            <a:pPr/>
            <a:r>
              <a:t>SDKs</a:t>
            </a:r>
          </a:p>
          <a:p>
            <a:pPr/>
            <a:r>
              <a:t>Databases</a:t>
            </a:r>
          </a:p>
          <a:p>
            <a:pPr/>
            <a:r>
              <a:t>Data processing</a:t>
            </a:r>
          </a:p>
          <a:p>
            <a:pPr/>
            <a:r>
              <a:t>ML platforms</a:t>
            </a:r>
          </a:p>
          <a:p>
            <a:pPr/>
            <a:r>
              <a:t>AI tools</a:t>
            </a:r>
          </a:p>
          <a:p>
            <a:pPr/>
            <a:r>
              <a:t>Programming languages</a:t>
            </a:r>
          </a:p>
          <a:p>
            <a:pPr/>
            <a:r>
              <a:t>Algorithms</a:t>
            </a:r>
          </a:p>
          <a:p>
            <a:pPr/>
            <a:r>
              <a:t>Data structures</a:t>
            </a:r>
          </a:p>
          <a:p>
            <a:pPr/>
            <a:r>
              <a:t>AI</a:t>
            </a:r>
          </a:p>
          <a:p>
            <a:pPr/>
            <a:r>
              <a:t>Machine Learning</a:t>
            </a:r>
          </a:p>
          <a:p>
            <a:pPr/>
            <a:r>
              <a:t>Deep Learning</a:t>
            </a:r>
          </a:p>
          <a:p>
            <a:pPr/>
            <a:r>
              <a:t>Books</a:t>
            </a:r>
          </a:p>
          <a:p>
            <a:pPr/>
            <a:r>
              <a:t>Websites</a:t>
            </a:r>
          </a:p>
          <a:p>
            <a:pPr/>
            <a:r>
              <a:t>Courses</a:t>
            </a:r>
          </a:p>
          <a:p>
            <a:pPr/>
            <a:r>
              <a:t>Podcasts</a:t>
            </a:r>
          </a:p>
          <a:p>
            <a:pPr/>
            <a:r>
              <a:t>YouTube channels</a:t>
            </a:r>
          </a:p>
          <a:p>
            <a:pPr/>
            <a:r>
              <a:t>Research papers</a:t>
            </a:r>
          </a:p>
          <a:p>
            <a:pPr/>
            <a:r>
              <a:t>Blogs</a:t>
            </a:r>
          </a:p>
          <a:p>
            <a:pPr/>
            <a:r>
              <a:t>Forums</a:t>
            </a:r>
          </a:p>
          <a:p>
            <a:pPr/>
            <a:r>
              <a:t>Conferences</a:t>
            </a:r>
          </a:p>
          <a:p>
            <a:pPr/>
            <a:r>
              <a:t>Certifications</a:t>
            </a:r>
          </a:p>
          <a:p>
            <a:pPr/>
            <a:r>
              <a:t>Tools</a:t>
            </a:r>
          </a:p>
          <a:p>
            <a:pPr/>
            <a:r>
              <a:t>Communities</a:t>
            </a:r>
          </a:p>
          <a:p>
            <a:pPr/>
            <a:r>
              <a:t>Newsletters</a:t>
            </a:r>
          </a:p>
          <a:p>
            <a:pPr/>
            <a:r>
              <a:t>Webinars</a:t>
            </a:r>
          </a:p>
          <a:p>
            <a:pPr/>
            <a:r>
              <a:t>Tutorials</a:t>
            </a:r>
          </a:p>
          <a:p>
            <a:pPr/>
            <a:r>
              <a:t>Case studies</a:t>
            </a:r>
          </a:p>
          <a:p>
            <a:pPr/>
            <a:r>
              <a:t>Whitepapers</a:t>
            </a:r>
          </a:p>
          <a:p>
            <a:pPr/>
            <a:r>
              <a:t>Reports</a:t>
            </a:r>
          </a:p>
          <a:p>
            <a:pPr/>
            <a:r>
              <a:t>Standards</a:t>
            </a:r>
          </a:p>
          <a:p>
            <a:pPr/>
            <a:r>
              <a:t>Guidelines</a:t>
            </a:r>
          </a:p>
          <a:p>
            <a:pPr/>
            <a:r>
              <a:t>Ethics resources</a:t>
            </a:r>
          </a:p>
          <a:p>
            <a:pPr/>
            <a:r>
              <a:t>Security resources</a:t>
            </a:r>
          </a:p>
          <a:p>
            <a:pPr/>
            <a:r>
              <a:t>Governance resources</a:t>
            </a:r>
          </a:p>
          <a:p>
            <a:pPr/>
            <a:r>
              <a:t>Common questions</a:t>
            </a:r>
          </a:p>
          <a:p>
            <a:pPr/>
            <a:r>
              <a:t>Technical questions</a:t>
            </a:r>
          </a:p>
          <a:p>
            <a:pPr/>
            <a:r>
              <a:t>Ethical questions</a:t>
            </a:r>
          </a:p>
          <a:p>
            <a:pPr/>
            <a:r>
              <a:t>Future questions</a:t>
            </a:r>
          </a:p>
          <a:p>
            <a:pPr/>
            <a:r>
              <a:t>Preparation tips</a:t>
            </a:r>
          </a:p>
          <a:p>
            <a:pPr/>
            <a:r>
              <a:t>Answering techniques</a:t>
            </a:r>
          </a:p>
          <a:p>
            <a:pPr/>
            <a:r>
              <a:t>Handling difficult questions</a:t>
            </a:r>
          </a:p>
          <a:p>
            <a:pPr/>
            <a:r>
              <a:t>Follow-up</a:t>
            </a:r>
          </a:p>
          <a:p>
            <a:pPr/>
            <a:r>
              <a:t>Resources</a:t>
            </a:r>
          </a:p>
          <a:p>
            <a:pPr/>
            <a:r>
              <a:t>Practice</a:t>
            </a:r>
          </a:p>
          <a:p>
            <a:pPr/>
            <a:r>
              <a:t>Confidence</a:t>
            </a:r>
          </a:p>
          <a:p>
            <a:pPr/>
            <a:r>
              <a:t>Clarity</a:t>
            </a:r>
          </a:p>
          <a:p>
            <a:pPr/>
            <a:r>
              <a:t>Engagement</a:t>
            </a:r>
          </a:p>
          <a:p>
            <a:pPr/>
            <a:r>
              <a:t>Time management</a:t>
            </a:r>
          </a:p>
          <a:p>
            <a:pPr/>
            <a:r>
              <a:t>Audience interaction</a:t>
            </a:r>
          </a:p>
          <a:p>
            <a:pPr/>
            <a:r>
              <a:t>Feedback</a:t>
            </a:r>
          </a:p>
          <a:p>
            <a:pPr/>
            <a:r>
              <a:t>Improvement</a:t>
            </a:r>
          </a:p>
          <a:p>
            <a:pPr/>
            <a:r>
              <a:t>Tools</a:t>
            </a:r>
          </a:p>
          <a:p>
            <a:pPr/>
            <a:r>
              <a:t>Formats</a:t>
            </a:r>
          </a:p>
          <a:p>
            <a:pPr/>
            <a:r>
              <a:t>Online vs in-person</a:t>
            </a:r>
          </a:p>
          <a:p>
            <a:pPr/>
            <a:r>
              <a:t>Large audiences</a:t>
            </a:r>
          </a:p>
          <a:p>
            <a:pPr/>
            <a:r>
              <a:t>Small groups</a:t>
            </a:r>
          </a:p>
          <a:p>
            <a:pPr/>
            <a:r>
              <a:t>Panel discussions</a:t>
            </a:r>
          </a:p>
          <a:p>
            <a:pPr/>
            <a:r>
              <a:t>Workshops</a:t>
            </a:r>
          </a:p>
          <a:p>
            <a:pPr/>
            <a:r>
              <a:t>Recordings</a:t>
            </a:r>
          </a:p>
          <a:p>
            <a:pPr/>
            <a:r>
              <a:t>Post-event</a:t>
            </a:r>
          </a:p>
          <a:p>
            <a:pPr/>
            <a:r>
              <a:t>Industry reports</a:t>
            </a:r>
          </a:p>
          <a:p>
            <a:pPr/>
            <a:r>
              <a:t>Academic journals</a:t>
            </a:r>
          </a:p>
          <a:p>
            <a:pPr/>
            <a:r>
              <a:t>Open source projects</a:t>
            </a:r>
          </a:p>
          <a:p>
            <a:pPr/>
            <a:r>
              <a:t>Professional networks</a:t>
            </a:r>
          </a:p>
          <a:p>
            <a:pPr/>
            <a:r>
              <a:t>Context</a:t>
            </a:r>
          </a:p>
          <a:p>
            <a:pPr/>
            <a:r>
              <a:t>Agent</a:t>
            </a:r>
          </a:p>
          <a:p>
            <a:pPr/>
            <a:r>
              <a:t>Prompt</a:t>
            </a:r>
          </a:p>
          <a:p>
            <a:pPr/>
            <a:r>
              <a:t>Knowledge Management</a:t>
            </a:r>
          </a:p>
          <a:p>
            <a:pPr/>
            <a:r>
              <a:t>Ethics</a:t>
            </a:r>
          </a:p>
          <a:p>
            <a:pPr/>
            <a:r>
              <a:t>Bias</a:t>
            </a:r>
          </a:p>
          <a:p>
            <a:pPr/>
            <a:r>
              <a:t>Privacy</a:t>
            </a:r>
          </a:p>
          <a:p>
            <a:pPr/>
            <a:r>
              <a:t>Governance</a:t>
            </a:r>
          </a:p>
          <a:p>
            <a:pPr/>
            <a:r>
              <a:t>Transparency</a:t>
            </a:r>
          </a:p>
          <a:p>
            <a:pPr/>
            <a:r>
              <a:t>Accountability</a:t>
            </a:r>
          </a:p>
          <a:p>
            <a:pPr/>
            <a:r>
              <a:t>AGI</a:t>
            </a:r>
          </a:p>
          <a:p>
            <a:pPr/>
            <a:r>
              <a:t>Narrow AI</a:t>
            </a:r>
          </a:p>
          <a:p>
            <a:pPr/>
            <a:r>
              <a:t>Supervised Learning</a:t>
            </a:r>
          </a:p>
          <a:p>
            <a:pPr/>
            <a:r>
              <a:t>Unsupervised Learning</a:t>
            </a:r>
          </a:p>
          <a:p>
            <a:pPr/>
            <a:r>
              <a:t>Reinforcement Learning</a:t>
            </a:r>
          </a:p>
          <a:p>
            <a:pPr/>
            <a:r>
              <a:t>Transfer Learning</a:t>
            </a:r>
          </a:p>
          <a:p>
            <a:pPr/>
            <a:r>
              <a:t>Overfitting</a:t>
            </a:r>
          </a:p>
          <a:p>
            <a:pPr/>
            <a:r>
              <a:t>Underfitting</a:t>
            </a:r>
          </a:p>
          <a:p>
            <a:pPr/>
            <a:r>
              <a:t>Probability</a:t>
            </a:r>
          </a:p>
          <a:p>
            <a:pPr/>
            <a:r>
              <a:t>Linear algebra</a:t>
            </a:r>
          </a:p>
          <a:p>
            <a:pPr/>
            <a:r>
              <a:t>Calculus</a:t>
            </a:r>
          </a:p>
          <a:p>
            <a:pPr/>
            <a:r>
              <a:t>Machine learning</a:t>
            </a:r>
          </a:p>
          <a:p>
            <a:pPr/>
            <a:r>
              <a:t>Deep learning</a:t>
            </a:r>
          </a:p>
          <a:p>
            <a:pPr/>
            <a:r>
              <a:t>Computer vision</a:t>
            </a:r>
          </a:p>
          <a:p>
            <a:pPr/>
            <a:r>
              <a:t>NLP</a:t>
            </a:r>
          </a:p>
          <a:p>
            <a:pPr/>
            <a:r>
              <a:t>Reinforcement learning</a:t>
            </a:r>
          </a:p>
          <a:p>
            <a:pPr/>
            <a:r>
              <a:t>Databases</a:t>
            </a:r>
          </a:p>
          <a:p>
            <a:pPr/>
            <a:r>
              <a:t>Big data</a:t>
            </a:r>
          </a:p>
          <a:p>
            <a:pPr/>
            <a:r>
              <a:t>Cloud computing</a:t>
            </a:r>
          </a:p>
          <a:p>
            <a:pPr/>
            <a:r>
              <a:t>DevOps</a:t>
            </a:r>
          </a:p>
          <a:p>
            <a:pPr/>
            <a:r>
              <a:t>Security</a:t>
            </a:r>
          </a:p>
          <a:p>
            <a:pPr/>
            <a:r>
              <a:t>Ethics</a:t>
            </a:r>
          </a:p>
          <a:p>
            <a:pPr/>
            <a:r>
              <a:t>Research papers</a:t>
            </a:r>
          </a:p>
          <a:p>
            <a:pPr/>
            <a:r>
              <a:t>Books</a:t>
            </a:r>
          </a:p>
          <a:p>
            <a:pPr/>
            <a:r>
              <a:t>Courses</a:t>
            </a:r>
          </a:p>
          <a:p>
            <a:pPr/>
            <a:r>
              <a:t>Certifications</a:t>
            </a:r>
          </a:p>
          <a:p>
            <a:pPr/>
            <a:r>
              <a:t>Communities</a:t>
            </a:r>
          </a:p>
          <a:p>
            <a:pPr/>
            <a:r>
              <a:t>Conferences</a:t>
            </a:r>
          </a:p>
          <a:p>
            <a:pPr/>
            <a:r>
              <a:t>Journals</a:t>
            </a:r>
          </a:p>
          <a:p>
            <a:pPr/>
            <a:r>
              <a:t>Tools</a:t>
            </a:r>
          </a:p>
          <a:p>
            <a:pPr/>
            <a:r>
              <a:t>Frameworks</a:t>
            </a:r>
          </a:p>
          <a:p>
            <a:pPr/>
            <a:r>
              <a:t>Libraries</a:t>
            </a:r>
          </a:p>
          <a:p>
            <a:pPr/>
            <a:r>
              <a:t>Platforms</a:t>
            </a:r>
          </a:p>
          <a:p>
            <a:pPr/>
            <a:r>
              <a:t>Best practices</a:t>
            </a:r>
          </a:p>
          <a:p>
            <a:pPr/>
            <a:r>
              <a:t>Future skills</a:t>
            </a:r>
          </a:p>
          <a:p>
            <a:pPr/>
            <a:r>
              <a:t>Deployment tools</a:t>
            </a:r>
          </a:p>
          <a:p>
            <a:pPr/>
            <a:r>
              <a:t>Analytics</a:t>
            </a:r>
          </a:p>
          <a:p>
            <a:pPr/>
            <a:r>
              <a:t>Learning resources</a:t>
            </a:r>
          </a:p>
          <a:p>
            <a:pPr/>
            <a:r>
              <a:t>Communities</a:t>
            </a:r>
          </a:p>
          <a:p>
            <a:pPr/>
            <a:r>
              <a:t>Economic impact</a:t>
            </a:r>
          </a:p>
          <a:p>
            <a:pPr/>
            <a:r>
              <a:t>Job transformation</a:t>
            </a:r>
          </a:p>
          <a:p>
            <a:pPr/>
            <a:r>
              <a:t>Education</a:t>
            </a:r>
          </a:p>
          <a:p>
            <a:pPr/>
            <a:r>
              <a:t>Healthcare</a:t>
            </a:r>
          </a:p>
          <a:p>
            <a:pPr/>
            <a:r>
              <a:t>Transportation</a:t>
            </a:r>
          </a:p>
          <a:p>
            <a:pPr/>
            <a:r>
              <a:t>Entertainment</a:t>
            </a:r>
          </a:p>
          <a:p>
            <a:pPr/>
            <a:r>
              <a:t>Governance</a:t>
            </a:r>
          </a:p>
          <a:p>
            <a:pPr/>
            <a:r>
              <a:t>Ethics</a:t>
            </a:r>
          </a:p>
          <a:p>
            <a:pPr/>
            <a:r>
              <a:t>Security</a:t>
            </a:r>
          </a:p>
          <a:p>
            <a:pPr/>
            <a:r>
              <a:t>Privacy</a:t>
            </a:r>
          </a:p>
          <a:p>
            <a:pPr/>
            <a:r>
              <a:t>Regulation</a:t>
            </a:r>
          </a:p>
          <a:p>
            <a:pPr/>
            <a:r>
              <a:t>Innovation</a:t>
            </a:r>
          </a:p>
          <a:p>
            <a:pPr/>
            <a:r>
              <a:t>Research directions</a:t>
            </a:r>
          </a:p>
          <a:p>
            <a:pPr/>
            <a:r>
              <a:t>Challenges</a:t>
            </a:r>
          </a:p>
          <a:p>
            <a:pPr/>
            <a:r>
              <a:t>Opportunities</a:t>
            </a:r>
          </a:p>
          <a:p>
            <a:pPr/>
            <a:r>
              <a:t>Timeline</a:t>
            </a:r>
          </a:p>
          <a:p>
            <a:pPr/>
            <a:r>
              <a:t>Predictions</a:t>
            </a:r>
          </a:p>
          <a:p>
            <a:pPr/>
            <a:r>
              <a:t>Scenarios</a:t>
            </a:r>
          </a:p>
          <a:p>
            <a:pPr/>
            <a:r>
              <a:t>Risks</a:t>
            </a:r>
          </a:p>
          <a:p>
            <a:pPr/>
            <a:r>
              <a:t>Benefits</a:t>
            </a:r>
          </a:p>
          <a:p>
            <a:pPr/>
            <a:r>
              <a:t>Global implications</a:t>
            </a:r>
          </a:p>
          <a:p>
            <a:pPr/>
            <a:r>
              <a:t>Cultural shifts</a:t>
            </a:r>
          </a:p>
          <a:p>
            <a:pPr/>
            <a:r>
              <a:t>Technology stack</a:t>
            </a:r>
          </a:p>
          <a:p>
            <a:pPr/>
            <a:r>
              <a:t>Infrastructure</a:t>
            </a:r>
          </a:p>
          <a:p>
            <a:pPr/>
            <a:r>
              <a:t>Skills</a:t>
            </a:r>
          </a:p>
          <a:p>
            <a:pPr/>
            <a:r>
              <a:t>Leadership</a:t>
            </a:r>
          </a:p>
          <a:p>
            <a:pPr/>
            <a:r>
              <a:t>Future visions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121: Appendix A - Developer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122: Appendix A.2 - AI Engineering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123-125: Technical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126: Appendix C - Glossary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127: Additional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128: Q&amp;A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 Structure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| Section | Slides | Theme Color | Icon Type |</a:t>
            </a:r>
          </a:p>
          <a:p>
            <a:r>
              <a:t>|---------|--------|-------------|-----------|</a:t>
            </a:r>
          </a:p>
          <a:p>
            <a:r>
              <a:t>| Cover &amp; Intro | 1-5 | Electric Blue + Neon Purple | Futuristic Robot |</a:t>
            </a:r>
          </a:p>
          <a:p>
            <a:r>
              <a:t>| Part I: Understanding AI | 6-20 | Cyan + White | Brain Circuit |</a:t>
            </a:r>
          </a:p>
          <a:p>
            <a:r>
              <a:t>| Part II: AI Failure Modes | 21-30 | Orange Warning | Caution Badge |</a:t>
            </a:r>
          </a:p>
          <a:p>
            <a:r>
              <a:t>| Part III: Knowledge Management | 31-45 | Green Growth | Book + Cloud |</a:t>
            </a:r>
          </a:p>
          <a:p>
            <a:r>
              <a:t>| Part IV: Context Engineering | 46-60 | Deep Navy | Data Flow |</a:t>
            </a:r>
          </a:p>
          <a:p>
            <a:r>
              <a:t>| Part V: AI Agents | 61-75 | Silver Tech | Robot Swarm |</a:t>
            </a:r>
          </a:p>
          <a:p>
            <a:r>
              <a:t>| Part VI: Skill &amp; Agent Engineering | 76-90 | Gold Premium | Star + Shield |</a:t>
            </a:r>
          </a:p>
          <a:p>
            <a:r>
              <a:t>| Part VII: Context at Every Level | 91-105 | Multi-Person Icons | Team Silhouettes |</a:t>
            </a:r>
          </a:p>
          <a:p>
            <a:r>
              <a:t>| Part VIII: Strategy &amp; Future | 106-120 | Gradient Rainbow | Horizon Arrow |</a:t>
            </a:r>
          </a:p>
          <a:p>
            <a:r>
              <a:t>| Appendix &amp; Resources | 121-130 | Clean White | Download Button |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 Design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Alex: The AI Enthusiast</a:t>
            </a:r>
          </a:p>
          <a:p>
            <a:r>
              <a:t>Dr. Byte: The Technical Expert</a:t>
            </a:r>
          </a:p>
          <a:p>
            <a:r>
              <a:t>Koda: The Curious Learner</a:t>
            </a:r>
          </a:p>
          <a:p>
            <a:r>
              <a:t>Sam: The Practical Implementer</a:t>
            </a:r>
          </a:p>
          <a:p>
            <a:r>
              <a:t>Maya: The Ethics Guardian</a:t>
            </a:r>
          </a:p>
          <a:p>
            <a:r>
              <a:t>Rex: The Problem Solver</a:t>
            </a:r>
          </a:p>
          <a:p>
            <a:r>
              <a:t>Luna: The Innovator</a:t>
            </a:r>
          </a:p>
          <a:p>
            <a:r>
              <a:t>Finn: The Data Analyst</a:t>
            </a:r>
          </a:p>
          <a:p>
            <a:r>
              <a:t>Zara: The Context Engineer</a:t>
            </a:r>
          </a:p>
          <a:p>
            <a:r>
              <a:t>Theo: The Agent Architect</a:t>
            </a:r>
          </a:p>
          <a:p>
            <a:r>
              <a:t>Ivy: The Knowledge Manager</a:t>
            </a:r>
          </a:p>
          <a:p>
            <a:r>
              <a:t>Max: The Security Specialist</a:t>
            </a:r>
          </a:p>
          <a:p>
            <a:r>
              <a:t>Nora: The Future Thinker</a:t>
            </a:r>
          </a:p>
          <a:p>
            <a:r>
              <a:t>Leo: The Governance Advisor</a:t>
            </a:r>
          </a:p>
          <a:p>
            <a:r>
              <a:t>Ava: The User Experience Designer</a:t>
            </a:r>
          </a:p>
          <a:p>
            <a:r>
              <a:t>Eli: The Researcher</a:t>
            </a:r>
          </a:p>
          <a:p>
            <a:r>
              <a:t>Ruby: The Developer</a:t>
            </a:r>
          </a:p>
          <a:p>
            <a:r>
              <a:t>Kai: The Strategist</a:t>
            </a:r>
          </a:p>
          <a:p>
            <a:r>
              <a:t>Zoe: The Educator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Specifications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### Color Palette</a:t>
            </a:r>
          </a:p>
          <a:p>
            <a:r>
              <a:t>- Primary colors</a:t>
            </a:r>
          </a:p>
          <a:p>
            <a:r>
              <a:t>- Secondary colors</a:t>
            </a:r>
          </a:p>
          <a:p>
            <a:r>
              <a:t>- Accent colors</a:t>
            </a:r>
          </a:p>
          <a:p>
            <a:r>
              <a:t>- Background</a:t>
            </a:r>
          </a:p>
          <a:p>
            <a:r>
              <a:t>- Text</a:t>
            </a:r>
          </a:p>
          <a:p>
            <a:r>
              <a:t>- Highlights</a:t>
            </a:r>
          </a:p>
          <a:p>
            <a:r>
              <a:t>- Theme colors</a:t>
            </a:r>
          </a:p>
          <a:p>
            <a:r>
              <a:t>- Gradients</a:t>
            </a:r>
          </a:p>
          <a:p>
            <a:r>
              <a:t>- Consistency</a:t>
            </a:r>
          </a:p>
          <a:p>
            <a:r>
              <a:t>- Accessibility</a:t>
            </a:r>
          </a:p>
          <a:p>
            <a:r>
              <a:t>- Brand alignment</a:t>
            </a:r>
          </a:p>
          <a:p>
            <a:r>
              <a:t>- Variations</a:t>
            </a:r>
          </a:p>
          <a:p/>
          <a:p>
            <a:r>
              <a:t>### Typography</a:t>
            </a:r>
          </a:p>
          <a:p>
            <a:r>
              <a:t>- Fonts</a:t>
            </a:r>
          </a:p>
          <a:p>
            <a:r>
              <a:t>- Sizes</a:t>
            </a:r>
          </a:p>
          <a:p>
            <a:r>
              <a:t>- Styles</a:t>
            </a:r>
          </a:p>
          <a:p>
            <a:r>
              <a:t>- Consistency</a:t>
            </a:r>
          </a:p>
          <a:p>
            <a:r>
              <a:t>- Simplicity</a:t>
            </a:r>
          </a:p>
          <a:p>
            <a:r>
              <a:t>- Engagement</a:t>
            </a:r>
          </a:p>
          <a:p>
            <a:r>
              <a:t>- Accessibility</a:t>
            </a:r>
          </a:p>
          <a:p>
            <a:r>
              <a:t>- Branding</a:t>
            </a:r>
          </a:p>
          <a:p>
            <a:r>
              <a:t>- Trends</a:t>
            </a:r>
          </a:p>
          <a:p>
            <a:r>
              <a:t>- Toolsrchy</a:t>
            </a:r>
          </a:p>
          <a:p/>
          <a:p>
            <a:r>
              <a:t>### Visual Style Guidelines</a:t>
            </a:r>
          </a:p>
          <a:p>
            <a:r>
              <a:t>1234567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All 130 slides designed with above framework</a:t>
            </a:r>
          </a:p>
          <a:p>
            <a:r>
              <a:t>Cartoon character illustrations (Alex, Dr. Byte, Koda, Sam)</a:t>
            </a:r>
          </a:p>
          <a:p>
            <a:r>
              <a:t>Animated diagrams for AI processes</a:t>
            </a:r>
          </a:p>
          <a:p>
            <a:r>
              <a:t>Data visualization templates</a:t>
            </a:r>
          </a:p>
          <a:p>
            <a:r>
              <a:t>Interactive quiz slides for audience engagement</a:t>
            </a:r>
          </a:p>
          <a:p>
            <a:r>
              <a:t>Speaker notes with timing recommendations</a:t>
            </a:r>
          </a:p>
          <a:p>
            <a:r>
              <a:t>Handout PDF with key concepts</a:t>
            </a:r>
          </a:p>
          <a:p>
            <a:r>
              <a:t>Resource appendix with links and references</a:t>
            </a:r>
          </a:p>
          <a:p>
            <a:r>
              <a:t>Editable master template file</a:t>
            </a:r>
          </a:p>
          <a:p>
            <a:r>
              <a:t>Presenter rehearsal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